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70" r:id="rId4"/>
    <p:sldId id="271" r:id="rId10"/>
    <p:sldId id="272" r:id="rId11"/>
    <p:sldId id="273" r:id="rId12"/>
    <p:sldId id="274" r:id="rId13"/>
    <p:sldId id="275" r:id="rId14"/>
    <p:sldId id="276" r:id="rId15"/>
    <p:sldId id="277" r:id="rId16"/>
    <p:sldId id="278" r:id="rId17"/>
    <p:sldId id="279" r:id="rId18"/>
    <p:sldId id="280" r:id="rId19"/>
    <p:sldId id="281"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6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24" dt="2026-09-22T08:36:12.618"/>
    <p1510:client id="{CE85EC73-30BA-6DD2-46BA-6B6C8E96FCDE}" v="551" dt="2026-09-22T08:21:02.6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12E2B"/>
                </a:solidFill>
              </a:rPr>
              <a:t>AI cost per ticket by step (USD, ShopDemo)</a:t>
            </a:r>
          </a:p>
        </c:rich>
      </c:tx>
      <c:layout/>
      <c:overlay val="0"/>
    </c:title>
    <c:autoTitleDeleted val="0"/>
    <c:plotArea>
      <c:barChart>
        <c:barDir val="bar"/>
        <c:grouping val="stacked"/>
        <c:ser>
          <c:idx val="0"/>
          <c:order val="0"/>
          <c:tx>
            <c:strRef>
              <c:f>Sheet1!$B$1</c:f>
              <c:strCache>
                <c:ptCount val="1"/>
                <c:pt idx="0">
                  <c:v>Split rules</c:v>
                </c:pt>
              </c:strCache>
            </c:strRef>
          </c:tx>
          <c:spPr>
            <a:solidFill>
              <a:srgbClr val="012E2B"/>
            </a:solidFill>
          </c:spPr>
          <c:cat>
            <c:strRef>
              <c:f>Sheet1!$A$2:$A$6</c:f>
              <c:strCache>
                <c:ptCount val="5"/>
                <c:pt idx="0">
                  <c:v>SCRUM-13 · $0.81</c:v>
                </c:pt>
                <c:pt idx="1">
                  <c:v>SCRUM-12 · $1.32</c:v>
                </c:pt>
                <c:pt idx="2">
                  <c:v>SCRUM-11 · $1.38</c:v>
                </c:pt>
                <c:pt idx="3">
                  <c:v>SCRUM-9 · $1.35</c:v>
                </c:pt>
                <c:pt idx="4">
                  <c:v>SCRUM-8 · $0.91</c:v>
                </c:pt>
              </c:strCache>
            </c:strRef>
          </c:cat>
          <c:val>
            <c:numRef>
              <c:f>Sheet1!$B$2:$B$6</c:f>
              <c:numCache>
                <c:formatCode>General</c:formatCode>
                <c:ptCount val="5"/>
                <c:pt idx="0">
                  <c:v>0.32</c:v>
                </c:pt>
                <c:pt idx="1">
                  <c:v>0.29</c:v>
                </c:pt>
                <c:pt idx="2">
                  <c:v>0.26</c:v>
                </c:pt>
                <c:pt idx="3">
                  <c:v>0.24</c:v>
                </c:pt>
                <c:pt idx="4">
                  <c:v>0.27</c:v>
                </c:pt>
              </c:numCache>
            </c:numRef>
          </c:val>
        </c:ser>
        <c:ser>
          <c:idx val="1"/>
          <c:order val="1"/>
          <c:tx>
            <c:strRef>
              <c:f>Sheet1!$C$1</c:f>
              <c:strCache>
                <c:ptCount val="1"/>
                <c:pt idx="0">
                  <c:v>Design cases</c:v>
                </c:pt>
              </c:strCache>
            </c:strRef>
          </c:tx>
          <c:spPr>
            <a:solidFill>
              <a:srgbClr val="02BA71"/>
            </a:solidFill>
          </c:spPr>
          <c:cat>
            <c:strRef>
              <c:f>Sheet1!$A$2:$A$6</c:f>
              <c:strCache>
                <c:ptCount val="5"/>
                <c:pt idx="0">
                  <c:v>SCRUM-13 · $0.81</c:v>
                </c:pt>
                <c:pt idx="1">
                  <c:v>SCRUM-12 · $1.32</c:v>
                </c:pt>
                <c:pt idx="2">
                  <c:v>SCRUM-11 · $1.38</c:v>
                </c:pt>
                <c:pt idx="3">
                  <c:v>SCRUM-9 · $1.35</c:v>
                </c:pt>
                <c:pt idx="4">
                  <c:v>SCRUM-8 · $0.91</c:v>
                </c:pt>
              </c:strCache>
            </c:strRef>
          </c:cat>
          <c:val>
            <c:numRef>
              <c:f>Sheet1!$C$2:$C$6</c:f>
              <c:numCache>
                <c:formatCode>General</c:formatCode>
                <c:ptCount val="5"/>
                <c:pt idx="0">
                  <c:v>0.17</c:v>
                </c:pt>
                <c:pt idx="1">
                  <c:v>0.47</c:v>
                </c:pt>
                <c:pt idx="2">
                  <c:v>0.46</c:v>
                </c:pt>
                <c:pt idx="3">
                  <c:v>0.47</c:v>
                </c:pt>
                <c:pt idx="4">
                  <c:v>0.0</c:v>
                </c:pt>
              </c:numCache>
            </c:numRef>
          </c:val>
        </c:ser>
        <c:ser>
          <c:idx val="2"/>
          <c:order val="2"/>
          <c:tx>
            <c:strRef>
              <c:f>Sheet1!$D$1</c:f>
              <c:strCache>
                <c:ptCount val="1"/>
                <c:pt idx="0">
                  <c:v>Write tests</c:v>
                </c:pt>
              </c:strCache>
            </c:strRef>
          </c:tx>
          <c:spPr>
            <a:solidFill>
              <a:srgbClr val="7FD9B4"/>
            </a:solidFill>
          </c:spPr>
          <c:cat>
            <c:strRef>
              <c:f>Sheet1!$A$2:$A$6</c:f>
              <c:strCache>
                <c:ptCount val="5"/>
                <c:pt idx="0">
                  <c:v>SCRUM-13 · $0.81</c:v>
                </c:pt>
                <c:pt idx="1">
                  <c:v>SCRUM-12 · $1.32</c:v>
                </c:pt>
                <c:pt idx="2">
                  <c:v>SCRUM-11 · $1.38</c:v>
                </c:pt>
                <c:pt idx="3">
                  <c:v>SCRUM-9 · $1.35</c:v>
                </c:pt>
                <c:pt idx="4">
                  <c:v>SCRUM-8 · $0.91</c:v>
                </c:pt>
              </c:strCache>
            </c:strRef>
          </c:cat>
          <c:val>
            <c:numRef>
              <c:f>Sheet1!$D$2:$D$6</c:f>
              <c:numCache>
                <c:formatCode>General</c:formatCode>
                <c:ptCount val="5"/>
                <c:pt idx="0">
                  <c:v>0.32</c:v>
                </c:pt>
                <c:pt idx="1">
                  <c:v>0.57</c:v>
                </c:pt>
                <c:pt idx="2">
                  <c:v>0.38</c:v>
                </c:pt>
                <c:pt idx="3">
                  <c:v>0.47</c:v>
                </c:pt>
                <c:pt idx="4">
                  <c:v>0.34</c:v>
                </c:pt>
              </c:numCache>
            </c:numRef>
          </c:val>
        </c:ser>
        <c:ser>
          <c:idx val="3"/>
          <c:order val="3"/>
          <c:tx>
            <c:strRef>
              <c:f>Sheet1!$E$1</c:f>
              <c:strCache>
                <c:ptCount val="1"/>
                <c:pt idx="0">
                  <c:v>Auto-fix</c:v>
                </c:pt>
              </c:strCache>
            </c:strRef>
          </c:tx>
          <c:spPr>
            <a:solidFill>
              <a:srgbClr val="B8C2BE"/>
            </a:solidFill>
          </c:spPr>
          <c:cat>
            <c:strRef>
              <c:f>Sheet1!$A$2:$A$6</c:f>
              <c:strCache>
                <c:ptCount val="5"/>
                <c:pt idx="0">
                  <c:v>SCRUM-13 · $0.81</c:v>
                </c:pt>
                <c:pt idx="1">
                  <c:v>SCRUM-12 · $1.32</c:v>
                </c:pt>
                <c:pt idx="2">
                  <c:v>SCRUM-11 · $1.38</c:v>
                </c:pt>
                <c:pt idx="3">
                  <c:v>SCRUM-9 · $1.35</c:v>
                </c:pt>
                <c:pt idx="4">
                  <c:v>SCRUM-8 · $0.91</c:v>
                </c:pt>
              </c:strCache>
            </c:strRef>
          </c:cat>
          <c:val>
            <c:numRef>
              <c:f>Sheet1!$E$2:$E$6</c:f>
              <c:numCache>
                <c:formatCode>General</c:formatCode>
                <c:ptCount val="5"/>
                <c:pt idx="0">
                  <c:v>0.0</c:v>
                </c:pt>
                <c:pt idx="1">
                  <c:v>0.0</c:v>
                </c:pt>
                <c:pt idx="2">
                  <c:v>0.29</c:v>
                </c:pt>
                <c:pt idx="3">
                  <c:v>0.17</c:v>
                </c:pt>
                <c:pt idx="4">
                  <c:v>0.29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3CF"/>
            </a:solidFill>
          </a:ln>
        </c:spPr>
        <c:txPr>
          <a:bodyPr/>
          <a:lstStyle/>
          <a:p>
            <a:pPr>
              <a:defRPr sz="1200">
                <a:solidFill>
                  <a:srgbClr val="332C2C"/>
                </a:solidFill>
              </a:defRPr>
            </a:pPr>
          </a:p>
        </c:txPr>
        <c:crossAx val="-2113994440"/>
        <c:crosses val="autoZero"/>
        <c:auto val="1"/>
        <c:lblAlgn val="ctr"/>
        <c:lblOffset val="100"/>
        <c:noMultiLvlLbl val="0"/>
      </c:catAx>
      <c:valAx>
        <c:axId val="-2113994440"/>
        <c:scaling>
          <c:max val="1.6"/>
        </c:scaling>
        <c:delete val="0"/>
        <c:axPos val="b"/>
        <c:majorGridlines>
          <c:spPr>
            <a:ln>
              <a:solidFill>
                <a:srgbClr val="E2E6E4"/>
              </a:solidFill>
            </a:ln>
          </c:spPr>
        </c:majorGridlines>
        <c:numFmt formatCode="$0.0" sourceLinked="0"/>
        <c:majorTickMark val="out"/>
        <c:minorTickMark val="none"/>
        <c:tickLblPos val="nextTo"/>
        <c:spPr>
          <a:ln>
            <a:noFill/>
          </a:ln>
        </c:spPr>
        <c:txPr>
          <a:bodyPr/>
          <a:lstStyle/>
          <a:p>
            <a:pPr>
              <a:defRPr sz="1100">
                <a:solidFill>
                  <a:srgbClr val="332C2C"/>
                </a:solidFill>
              </a:defRPr>
            </a:pPr>
          </a:p>
        </c:txPr>
        <c:crossAx val="-2068027336"/>
        <c:crosses val="autoZero"/>
        <c:majorUnit val="0.4"/>
      </c:valAx>
    </c:plotArea>
    <c:legend>
      <c:legendPos val="b"/>
      <c:overlay val="0"/>
      <c:txPr>
        <a:bodyPr/>
        <a:lstStyle/>
        <a:p>
          <a:pPr>
            <a:defRPr sz="1200">
              <a:solidFill>
                <a:srgbClr val="332C2C"/>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CFFB2-6066-43B7-9EAA-CC95026D6F35}"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02BA38-8BA5-49B7-ADE0-9BB7398F4B9F}" type="slidenum">
              <a:rPr lang="en-US" smtClean="0"/>
              <a:t>‹#›</a:t>
            </a:fld>
            <a:endParaRPr lang="en-US"/>
          </a:p>
        </p:txBody>
      </p:sp>
    </p:spTree>
    <p:extLst>
      <p:ext uri="{BB962C8B-B14F-4D97-AF65-F5344CB8AC3E}">
        <p14:creationId xmlns:p14="http://schemas.microsoft.com/office/powerpoint/2010/main" val="403150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am not going to talk about how well AI writes tests. I want to talk about how you can trust the result: which controls exist, what it costs, and what we have actually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blocks. First the process and the risks it answers, then the architecture and guardrails, then what it costs and how context is scoped. Then two short demos, how we evaluate, and finally governance, limits and a proposed pilot.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knows AI can write tests. The real question is: can we trust it? I group it into four risks. One, fake green: the AI edits the test to make it pass. Two, the AI guesses when a requirement is vague. Three, the AI runs on without stopping. Four, nobody can trace who did what. Each has a control, and the rest of the talk walks through them. The first risk is not theoretical: our own system once reported green with no tests. We found it by running on a real ticket and fixed it.</a:t>
            </a:r>
          </a:p>
          <a:p/>
          <a:p>
            <a:r>
              <a:t>NOTES: These four risks frame the talk: S4 answers risks 1-2, S5 answers risk 3, S9 answers risk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process in eight steps. Dark green is AI, light green is a human gate, white with a green outline means no AI at all. Three things to notice. One: three of the eight steps have a human gate. Two: the CI regression step has no AI; pass or fail is the test tool's result. Three: when a test goes red, a human classifies the cause, the AI never decides that. QA works in Jira and never has to open the repo. Steps 7 and 8 are still being built, so the slide marks them as designed.</a:t>
            </a:r>
          </a:p>
          <a:p/>
          <a:p>
            <a:r>
              <a:t>NOTES: Agent names if asked: spec-extractor (2), case-designer (3), automation-writer and flow-fixer (4), repair-agent (7), reporter (8).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works is simple. Three AIs in a chain, each doing one job and handing over files in git, so a human can read and edit them. In between are two human gates: answering ambiguity, and approving rules and test cases. Most important is the green box: the test tool decides pass or fail, not an AI. The table is the six controls. I will be direct: five are enforced by code or CI. The last one, ‘must look at the real app before writing a selector’, is still an instruction to the AI, with no code check behind it.</a:t>
            </a:r>
          </a:p>
          <a:p/>
          <a:p>
            <a:r>
              <a:t>NOTES: Technical names only if asked: orchestrator bin/qa-auto, test runner bin/qa, coverage check bin/qa-check, assertion lock fix_is_legit, spec check spec-integrity, screen inspection inspect_screen (Maestro MCP). Handoff between steps = files in git on branch qa/&lt;TICKET&gt;, not chat memory.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cost I separate three layers. One: the hard ceiling. If an AI runs away it is stopped at this level; the ceiling is far above real spend because it is a guard rail, not a budget. Two: what we measured on five real tickets of a simple demo app, about 0.4 dollars per test. This is one data point, not a standard: a real app is more complex, so it may cost one to three times more, and the pilot will measure the real number. Three: to picture it, 0.4 dollars is about half a minute of an engineer's time at, say, 50 dollars an hour. So the real cost is review time, not AI spend. Finally, the daily regression run costs no AI money at all.</a:t>
            </a:r>
          </a:p>
          <a:p/>
          <a:p>
            <a:r>
              <a:t>NOTES: Ticket cost ≈ $0.5 fixed (split rules ~$0.3 + design cases ~$0.2) + ~$0.17 per test written (measured: SCRUM-8 $0.17, SCRUM-12 $0.19, SCRUM-13 $0.16). Check: SCRUM-13 $0.49 + $0.32 = $0.81. '1-3x' is an assumption. Pilot: 10 tickets x $0.84 ≈ $10 (lower bound); 15 tickets x ~$3.5 ≈ $53, plus step 7 → ~$70 (upper bound). $50/hour is illustrative. Do not say 'from $1.35 to $0.81': those tickets had different numbers of tests. Splitting out case-designer made the design-cases step ~$0.30 cheaper per ticket (3 earlier measurements, 1 later). No daily spend cap yet; excludes macOS CI runner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demo two parts. Part one: from a Jira ticket to a PR, live. Part two: re-running the tests on three versions of the app. Watch for one thing: not that the AI can fix a test, but that it knows when it may fix it and when it must refuse.</a:t>
            </a:r>
          </a:p>
          <a:p/>
          <a:p>
            <a:r>
              <a:t>NOTES: The 'changed ID' and 'real defect' builds still have to be built in the app repo (only build-0 and build-1 exist).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ticket in Jira. I add the label qa-auto. The system reads the ticket and splits it into rules. Here is the single comment sent to QA, with both rules and test cases. I add the approval label. Now the AI opens the real app on the simulator to write the tests; that takes about two minutes. While we wait you can see the cost and time ceilings running. Done: here is the PR, with the model used and the total cost. And if the ticket is vague, the system stops and asks, like on this screen, instead of guessing.</a:t>
            </a:r>
          </a:p>
          <a:p/>
          <a:p>
            <a:r>
              <a:t>NOTES: Start the ticket before you speak so split-rules and design-cases are done (real timings: split rules ~33 s, design cases ~40 s, write tests ~139 s, create simulator ~86 s). Show the vague-ticket qa-needs-info comment as a screenshot. Backup: a recording of this exact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CI regression run, with no AI. The original version is green. In the second version a button's ID was renamed: the test goes red, the AI looks at the real screen, sees the button is still there with a new ID, and proposes a PR that fixes the selector. Re-run is green. In the third version the app calculates a value wrongly: the test is also red, but this time the AI refuses to fix it, because it is the app that is wrong. The test stays red and goes to a human. Finally, the report for the run.</a:t>
            </a:r>
          </a:p>
          <a:p/>
          <a:p>
            <a:r>
              <a:t>NOTES: A full 21-flow run takes ~12 min, so use the smoke group (6 flows) or a recording. Run step 7 live only if you have measured it at under ~2 min (not measured yet). Fallback that works today: SCRUM-7, a real app bug whose test stays red (tagged known-bug with a ticket key, excluded from CI).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 want you to remember. Making a test green is easy; an AI can do it right away. The hard part is knowing when not to. A self-healing tool that cannot tell ‘the UI moved’ from ‘the app is wrong’ turns every real bug into a green test. That is why we limit it tightly and leave every other case to a human.</a:t>
            </a:r>
          </a:p>
          <a:p/>
          <a:p>
            <a:r>
              <a:t>NOTES: This answers 'fake self-healing'. Swap the examples to match the two demo builds once built. Technical detail only if asked (designed): max 2 attempts · the case must be re-run · a patch that makes the test check less is rejected automatically · the output is always a PR. You can drop this slide if you need time; Demo 2 already makes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split this plainly: what exists, starting targets, and what we have not measured. What exists: every rule has a test case, because code blocks the pipeline otherwise. The starting targets are a place to begin the conversation with you, not an industry standard. The only reference I have is Meta's study: 57 percent of AI-generated tests ran reliably. Those are unit tests, so a different domain; I use it only as a sanity check on our 60 percent target. For machine time and maintenance effort I set no number in advance, because I want the pilot to answer with your own data.</a:t>
            </a:r>
          </a:p>
          <a:p/>
          <a:p>
            <a:r>
              <a:t>NOTES: Basis for &gt;=60%: 3/5 unattended runs (SCRUM-8, 12, 13 green; SCRUM-9 fake green and SCRUM-11 infrastructure fault, both fixed) and Meta 57%. Both are small samples or a different domain. Meta: Alshahwan et al., Automated Unit Test Improvement using LLMs at Meta (arXiv 2402.09171, FSE 2024 Industry): 75% built, 57% passed reliably, 25% increased coverage, 73% accepted. Re-read the paper before citing it. Do not use 'maintenance is 40-70% of effort' (vendor blogs only). '2/2 right' and '0 masking' are design targets on 2 known-answer builds, not statistics. Do not claim reduced QA effort or better defect detection.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audit: every PR states which model did the work and what it cost, and who approved is in the Jira history. On data: we use no real customer data. One thing is not done and I want to say it now: we have not yet reviewed data residency and the EU AI Act, and that must be confirmed before a pilot. The limits are on the slide: one app, iOS only, five runs. I say this plainly because the pilot is designed to answer exactly the points we are unsure about.</a:t>
            </a:r>
          </a:p>
          <a:p/>
          <a:p>
            <a:r>
              <a:t>NOTES: Say the limits yourself; it is better coming from you than from the audience. Only if asked: GitHub branch protection is not verified; bin/qa-auto has no tests of its own; flows still hard-code demo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 is a small pilot: one app, ten to fifteen real tickets, four to six weeks. I estimate the AI cost at roughly ten to seventy dollars for the whole trial, and that number will be replaced by measured data. What we bring is not just ‘we use AI’, but discipline around the AI: the test tool decides, humans own the gates, limits are in code, and we publish the numbers even when they are not yet good. Thank you.</a:t>
            </a:r>
          </a:p>
          <a:p/>
          <a:p>
            <a:r>
              <a:t>NOTES: Roadmap item 3 has not started; it comes only after 1 and 2. Do not claim reduced QA effort or better defect detection: those are hypotheses the pilot tests.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Three ideas to take away: the AI proposes, humans hold the gates, and the test runner, not the AI, decides pass or fail.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Page_de_garde">
    <p:spTree>
      <p:nvGrpSpPr>
        <p:cNvPr id="1" name=""/>
        <p:cNvGrpSpPr/>
        <p:nvPr/>
      </p:nvGrpSpPr>
      <p:grpSpPr>
        <a:xfrm>
          <a:off x="0" y="0"/>
          <a:ext cx="0" cy="0"/>
          <a:chOff x="0" y="0"/>
          <a:chExt cx="0" cy="0"/>
        </a:xfrm>
      </p:grpSpPr>
      <p:pic>
        <p:nvPicPr>
          <p:cNvPr id="45" name="Image 44">
            <a:extLst>
              <a:ext uri="{FF2B5EF4-FFF2-40B4-BE49-F238E27FC236}">
                <a16:creationId xmlns:a16="http://schemas.microsoft.com/office/drawing/2014/main" id="{7D9490C5-8D0B-6E4C-8A69-BEF4DC214282}"/>
              </a:ext>
            </a:extLst>
          </p:cNvPr>
          <p:cNvPicPr>
            <a:picLocks noChangeAspect="1"/>
          </p:cNvPicPr>
          <p:nvPr userDrawn="1"/>
        </p:nvPicPr>
        <p:blipFill>
          <a:blip r:embed="rId2"/>
          <a:stretch>
            <a:fillRect/>
          </a:stretch>
        </p:blipFill>
        <p:spPr>
          <a:xfrm>
            <a:off x="2" y="256"/>
            <a:ext cx="12192000" cy="6857488"/>
          </a:xfrm>
          <a:prstGeom prst="rect">
            <a:avLst/>
          </a:prstGeom>
        </p:spPr>
      </p:pic>
      <p:sp>
        <p:nvSpPr>
          <p:cNvPr id="47" name="Titre 1">
            <a:extLst>
              <a:ext uri="{FF2B5EF4-FFF2-40B4-BE49-F238E27FC236}">
                <a16:creationId xmlns:a16="http://schemas.microsoft.com/office/drawing/2014/main" id="{7EF652B1-02F0-CE48-A1DE-73A40BDF2B8A}"/>
              </a:ext>
            </a:extLst>
          </p:cNvPr>
          <p:cNvSpPr txBox="1">
            <a:spLocks/>
          </p:cNvSpPr>
          <p:nvPr userDrawn="1"/>
        </p:nvSpPr>
        <p:spPr>
          <a:xfrm>
            <a:off x="527198" y="337711"/>
            <a:ext cx="9144000" cy="56882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3266" b="1">
              <a:solidFill>
                <a:srgbClr val="332D2D"/>
              </a:solidFill>
              <a:latin typeface="Poppins" pitchFamily="2" charset="77"/>
              <a:cs typeface="Poppins" pitchFamily="2" charset="77"/>
            </a:endParaRPr>
          </a:p>
        </p:txBody>
      </p:sp>
      <p:pic>
        <p:nvPicPr>
          <p:cNvPr id="52" name="Image 51">
            <a:extLst>
              <a:ext uri="{FF2B5EF4-FFF2-40B4-BE49-F238E27FC236}">
                <a16:creationId xmlns:a16="http://schemas.microsoft.com/office/drawing/2014/main" id="{8F40EAD7-E53D-0443-A5DD-5F05936ACBEF}"/>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067546" y="2351624"/>
            <a:ext cx="2135566" cy="1940027"/>
          </a:xfrm>
          <a:prstGeom prst="rect">
            <a:avLst/>
          </a:prstGeom>
        </p:spPr>
      </p:pic>
    </p:spTree>
    <p:extLst>
      <p:ext uri="{BB962C8B-B14F-4D97-AF65-F5344CB8AC3E}">
        <p14:creationId xmlns:p14="http://schemas.microsoft.com/office/powerpoint/2010/main" val="3509168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ommaire_x6">
    <p:spTree>
      <p:nvGrpSpPr>
        <p:cNvPr id="1" name=""/>
        <p:cNvGrpSpPr/>
        <p:nvPr/>
      </p:nvGrpSpPr>
      <p:grpSpPr>
        <a:xfrm>
          <a:off x="0" y="0"/>
          <a:ext cx="0" cy="0"/>
          <a:chOff x="0" y="0"/>
          <a:chExt cx="0" cy="0"/>
        </a:xfrm>
      </p:grpSpPr>
      <p:sp>
        <p:nvSpPr>
          <p:cNvPr id="37" name="Forme libre 36">
            <a:extLst>
              <a:ext uri="{FF2B5EF4-FFF2-40B4-BE49-F238E27FC236}">
                <a16:creationId xmlns:a16="http://schemas.microsoft.com/office/drawing/2014/main" id="{F41C1BAD-8608-7C4C-A11C-089230C70AC2}"/>
              </a:ext>
            </a:extLst>
          </p:cNvPr>
          <p:cNvSpPr>
            <a:spLocks noChangeAspect="1"/>
          </p:cNvSpPr>
          <p:nvPr userDrawn="1"/>
        </p:nvSpPr>
        <p:spPr>
          <a:xfrm>
            <a:off x="0" y="0"/>
            <a:ext cx="7203896" cy="6858295"/>
          </a:xfrm>
          <a:custGeom>
            <a:avLst/>
            <a:gdLst>
              <a:gd name="connsiteX0" fmla="*/ 0 w 466133"/>
              <a:gd name="connsiteY0" fmla="*/ 562823 h 557812"/>
              <a:gd name="connsiteX1" fmla="*/ 0 w 466133"/>
              <a:gd name="connsiteY1" fmla="*/ 0 h 557812"/>
              <a:gd name="connsiteX2" fmla="*/ 173992 w 466133"/>
              <a:gd name="connsiteY2" fmla="*/ 0 h 557812"/>
              <a:gd name="connsiteX3" fmla="*/ 475456 w 466133"/>
              <a:gd name="connsiteY3" fmla="*/ 562823 h 557812"/>
              <a:gd name="connsiteX4" fmla="*/ 0 w 466133"/>
              <a:gd name="connsiteY4" fmla="*/ 562823 h 557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133" h="557812">
                <a:moveTo>
                  <a:pt x="0" y="562823"/>
                </a:moveTo>
                <a:lnTo>
                  <a:pt x="0" y="0"/>
                </a:lnTo>
                <a:lnTo>
                  <a:pt x="173992" y="0"/>
                </a:lnTo>
                <a:lnTo>
                  <a:pt x="475456" y="562823"/>
                </a:lnTo>
                <a:lnTo>
                  <a:pt x="0" y="562823"/>
                </a:lnTo>
                <a:close/>
              </a:path>
            </a:pathLst>
          </a:custGeom>
          <a:blipFill dpi="0" rotWithShape="1">
            <a:blip r:embed="rId2" cstate="print">
              <a:extLst>
                <a:ext uri="{28A0092B-C50C-407E-A947-70E740481C1C}">
                  <a14:useLocalDpi xmlns:a14="http://schemas.microsoft.com/office/drawing/2010/main"/>
                </a:ext>
              </a:extLst>
            </a:blip>
            <a:srcRect/>
            <a:stretch>
              <a:fillRect l="1" b="448"/>
            </a:stretch>
          </a:blipFill>
          <a:ln w="9507" cap="flat">
            <a:noFill/>
            <a:prstDash val="solid"/>
            <a:miter/>
          </a:ln>
          <a:effectLst>
            <a:outerShdw blurRad="190500" dist="38100" algn="l" rotWithShape="0">
              <a:prstClr val="black">
                <a:alpha val="15000"/>
              </a:prstClr>
            </a:outerShdw>
          </a:effectLst>
        </p:spPr>
        <p:txBody>
          <a:bodyPr rtlCol="0" anchor="ctr"/>
          <a:lstStyle/>
          <a:p>
            <a:endParaRPr lang="fr-FR" sz="1633"/>
          </a:p>
        </p:txBody>
      </p:sp>
      <p:sp>
        <p:nvSpPr>
          <p:cNvPr id="335" name="Espace réservé du contenu 6">
            <a:extLst>
              <a:ext uri="{FF2B5EF4-FFF2-40B4-BE49-F238E27FC236}">
                <a16:creationId xmlns:a16="http://schemas.microsoft.com/office/drawing/2014/main" id="{BA5B37D9-D120-5446-AD89-D430D063A64B}"/>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336" name="Espace réservé du texte 33">
            <a:extLst>
              <a:ext uri="{FF2B5EF4-FFF2-40B4-BE49-F238E27FC236}">
                <a16:creationId xmlns:a16="http://schemas.microsoft.com/office/drawing/2014/main" id="{1545BF28-12B2-134C-B507-4A0BB38C0CC5}"/>
              </a:ext>
            </a:extLst>
          </p:cNvPr>
          <p:cNvSpPr>
            <a:spLocks noGrp="1"/>
          </p:cNvSpPr>
          <p:nvPr>
            <p:ph type="body" sz="quarter" idx="11" hasCustomPrompt="1"/>
          </p:nvPr>
        </p:nvSpPr>
        <p:spPr>
          <a:xfrm>
            <a:off x="9710250" y="247783"/>
            <a:ext cx="2198494" cy="487362"/>
          </a:xfrm>
          <a:prstGeom prst="rect">
            <a:avLst/>
          </a:prstGeom>
        </p:spPr>
        <p:txBody>
          <a:bodyPr lIns="360000" rIns="180000" anchor="ctr"/>
          <a:lstStyle>
            <a:lvl1pPr marL="0" indent="0" algn="r">
              <a:buNone/>
              <a:defRPr lang="fr-FR" sz="1270" kern="1200" cap="all" spc="272" baseline="0" dirty="0">
                <a:solidFill>
                  <a:schemeClr val="lt1"/>
                </a:solidFill>
                <a:latin typeface="Poppins" pitchFamily="2" charset="77"/>
                <a:ea typeface="+mn-ea"/>
                <a:cs typeface="Poppins" pitchFamily="2" charset="77"/>
              </a:defRPr>
            </a:lvl1pPr>
          </a:lstStyle>
          <a:p>
            <a:r>
              <a:rPr lang="fr-FR"/>
              <a:t>Sommaire</a:t>
            </a:r>
          </a:p>
        </p:txBody>
      </p:sp>
      <p:sp>
        <p:nvSpPr>
          <p:cNvPr id="401" name="Forme libre 400">
            <a:extLst>
              <a:ext uri="{FF2B5EF4-FFF2-40B4-BE49-F238E27FC236}">
                <a16:creationId xmlns:a16="http://schemas.microsoft.com/office/drawing/2014/main" id="{E40B0EB9-1923-2B4A-AA49-F15E44DD70E0}"/>
              </a:ext>
            </a:extLst>
          </p:cNvPr>
          <p:cNvSpPr/>
          <p:nvPr userDrawn="1"/>
        </p:nvSpPr>
        <p:spPr>
          <a:xfrm flipH="1" flipV="1">
            <a:off x="2305531" y="735145"/>
            <a:ext cx="2725508" cy="1905324"/>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grpSp>
        <p:nvGrpSpPr>
          <p:cNvPr id="3" name="Groupe 2">
            <a:extLst>
              <a:ext uri="{FF2B5EF4-FFF2-40B4-BE49-F238E27FC236}">
                <a16:creationId xmlns:a16="http://schemas.microsoft.com/office/drawing/2014/main" id="{830D8570-A73D-594B-8E30-ABD0223F49EB}"/>
              </a:ext>
            </a:extLst>
          </p:cNvPr>
          <p:cNvGrpSpPr/>
          <p:nvPr userDrawn="1"/>
        </p:nvGrpSpPr>
        <p:grpSpPr>
          <a:xfrm>
            <a:off x="4720891" y="2154829"/>
            <a:ext cx="6162212" cy="3400856"/>
            <a:chOff x="3628657" y="2375300"/>
            <a:chExt cx="5403971" cy="3748814"/>
          </a:xfrm>
        </p:grpSpPr>
        <p:grpSp>
          <p:nvGrpSpPr>
            <p:cNvPr id="65" name="Groupe 64">
              <a:extLst>
                <a:ext uri="{FF2B5EF4-FFF2-40B4-BE49-F238E27FC236}">
                  <a16:creationId xmlns:a16="http://schemas.microsoft.com/office/drawing/2014/main" id="{FA5DC28F-2FDB-C648-A510-055B327BDB78}"/>
                </a:ext>
              </a:extLst>
            </p:cNvPr>
            <p:cNvGrpSpPr/>
            <p:nvPr userDrawn="1"/>
          </p:nvGrpSpPr>
          <p:grpSpPr>
            <a:xfrm>
              <a:off x="5044757" y="5016681"/>
              <a:ext cx="3987871" cy="450000"/>
              <a:chOff x="3312198" y="5896798"/>
              <a:chExt cx="3987871" cy="450000"/>
            </a:xfrm>
          </p:grpSpPr>
          <p:sp>
            <p:nvSpPr>
              <p:cNvPr id="86" name="Forme libre 85">
                <a:extLst>
                  <a:ext uri="{FF2B5EF4-FFF2-40B4-BE49-F238E27FC236}">
                    <a16:creationId xmlns:a16="http://schemas.microsoft.com/office/drawing/2014/main" id="{AB862F0D-BF52-444E-8A4F-7E3F381C12B9}"/>
                  </a:ext>
                </a:extLst>
              </p:cNvPr>
              <p:cNvSpPr>
                <a:spLocks noChangeAspect="1"/>
              </p:cNvSpPr>
              <p:nvPr userDrawn="1"/>
            </p:nvSpPr>
            <p:spPr>
              <a:xfrm flipV="1">
                <a:off x="3312198" y="5896798"/>
                <a:ext cx="512110"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89" name="Connecteur droit 88">
                <a:extLst>
                  <a:ext uri="{FF2B5EF4-FFF2-40B4-BE49-F238E27FC236}">
                    <a16:creationId xmlns:a16="http://schemas.microsoft.com/office/drawing/2014/main" id="{E6DD5C74-F77B-B24C-9198-702AC61122AB}"/>
                  </a:ext>
                </a:extLst>
              </p:cNvPr>
              <p:cNvCxnSpPr>
                <a:cxnSpLocks/>
              </p:cNvCxnSpPr>
              <p:nvPr userDrawn="1"/>
            </p:nvCxnSpPr>
            <p:spPr>
              <a:xfrm>
                <a:off x="4017333" y="6319251"/>
                <a:ext cx="3282736"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66" name="Groupe 65">
              <a:extLst>
                <a:ext uri="{FF2B5EF4-FFF2-40B4-BE49-F238E27FC236}">
                  <a16:creationId xmlns:a16="http://schemas.microsoft.com/office/drawing/2014/main" id="{5B58B58C-FEE8-5746-AF60-9BDFCA943D12}"/>
                </a:ext>
              </a:extLst>
            </p:cNvPr>
            <p:cNvGrpSpPr/>
            <p:nvPr userDrawn="1"/>
          </p:nvGrpSpPr>
          <p:grpSpPr>
            <a:xfrm>
              <a:off x="4694381" y="4359248"/>
              <a:ext cx="4338247" cy="450000"/>
              <a:chOff x="3871885" y="5072448"/>
              <a:chExt cx="4338247" cy="450000"/>
            </a:xfrm>
          </p:grpSpPr>
          <p:sp>
            <p:nvSpPr>
              <p:cNvPr id="82" name="Forme libre 81">
                <a:extLst>
                  <a:ext uri="{FF2B5EF4-FFF2-40B4-BE49-F238E27FC236}">
                    <a16:creationId xmlns:a16="http://schemas.microsoft.com/office/drawing/2014/main" id="{2AFEB4F8-E4A9-014A-A978-409366FCA994}"/>
                  </a:ext>
                </a:extLst>
              </p:cNvPr>
              <p:cNvSpPr>
                <a:spLocks noChangeAspect="1"/>
              </p:cNvSpPr>
              <p:nvPr userDrawn="1"/>
            </p:nvSpPr>
            <p:spPr>
              <a:xfrm flipV="1">
                <a:off x="3871885" y="5072448"/>
                <a:ext cx="512108"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85" name="Connecteur droit 84">
                <a:extLst>
                  <a:ext uri="{FF2B5EF4-FFF2-40B4-BE49-F238E27FC236}">
                    <a16:creationId xmlns:a16="http://schemas.microsoft.com/office/drawing/2014/main" id="{295EBE88-7FCD-534E-8FF0-D4A1223CFAFB}"/>
                  </a:ext>
                </a:extLst>
              </p:cNvPr>
              <p:cNvCxnSpPr>
                <a:cxnSpLocks/>
              </p:cNvCxnSpPr>
              <p:nvPr userDrawn="1"/>
            </p:nvCxnSpPr>
            <p:spPr>
              <a:xfrm>
                <a:off x="4569819" y="5503201"/>
                <a:ext cx="3640313"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67" name="Groupe 66">
              <a:extLst>
                <a:ext uri="{FF2B5EF4-FFF2-40B4-BE49-F238E27FC236}">
                  <a16:creationId xmlns:a16="http://schemas.microsoft.com/office/drawing/2014/main" id="{0C4344AC-D112-ED4E-8E0B-E9DF138CA03B}"/>
                </a:ext>
              </a:extLst>
            </p:cNvPr>
            <p:cNvGrpSpPr/>
            <p:nvPr userDrawn="1"/>
          </p:nvGrpSpPr>
          <p:grpSpPr>
            <a:xfrm>
              <a:off x="4340851" y="3701568"/>
              <a:ext cx="4691777" cy="450000"/>
              <a:chOff x="4297944" y="4248102"/>
              <a:chExt cx="4691777" cy="450000"/>
            </a:xfrm>
          </p:grpSpPr>
          <p:sp>
            <p:nvSpPr>
              <p:cNvPr id="78" name="Forme libre 77">
                <a:extLst>
                  <a:ext uri="{FF2B5EF4-FFF2-40B4-BE49-F238E27FC236}">
                    <a16:creationId xmlns:a16="http://schemas.microsoft.com/office/drawing/2014/main" id="{B205522B-2955-054D-9890-FA3D49EA4B47}"/>
                  </a:ext>
                </a:extLst>
              </p:cNvPr>
              <p:cNvSpPr>
                <a:spLocks noChangeAspect="1"/>
              </p:cNvSpPr>
              <p:nvPr userDrawn="1"/>
            </p:nvSpPr>
            <p:spPr>
              <a:xfrm flipV="1">
                <a:off x="4297944" y="4248102"/>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81" name="Connecteur droit 80">
                <a:extLst>
                  <a:ext uri="{FF2B5EF4-FFF2-40B4-BE49-F238E27FC236}">
                    <a16:creationId xmlns:a16="http://schemas.microsoft.com/office/drawing/2014/main" id="{224ADBF8-7357-A84D-AB76-32376417A37D}"/>
                  </a:ext>
                </a:extLst>
              </p:cNvPr>
              <p:cNvCxnSpPr>
                <a:cxnSpLocks/>
              </p:cNvCxnSpPr>
              <p:nvPr userDrawn="1"/>
            </p:nvCxnSpPr>
            <p:spPr>
              <a:xfrm flipV="1">
                <a:off x="4994427" y="4673762"/>
                <a:ext cx="3995294" cy="1"/>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68" name="Groupe 67">
              <a:extLst>
                <a:ext uri="{FF2B5EF4-FFF2-40B4-BE49-F238E27FC236}">
                  <a16:creationId xmlns:a16="http://schemas.microsoft.com/office/drawing/2014/main" id="{551D225A-E01C-BE49-A233-2C7635892A78}"/>
                </a:ext>
              </a:extLst>
            </p:cNvPr>
            <p:cNvGrpSpPr/>
            <p:nvPr userDrawn="1"/>
          </p:nvGrpSpPr>
          <p:grpSpPr>
            <a:xfrm>
              <a:off x="3985044" y="3039405"/>
              <a:ext cx="5047584" cy="450000"/>
              <a:chOff x="4732022" y="3423751"/>
              <a:chExt cx="5047584" cy="450000"/>
            </a:xfrm>
          </p:grpSpPr>
          <p:sp>
            <p:nvSpPr>
              <p:cNvPr id="74" name="Forme libre 73">
                <a:extLst>
                  <a:ext uri="{FF2B5EF4-FFF2-40B4-BE49-F238E27FC236}">
                    <a16:creationId xmlns:a16="http://schemas.microsoft.com/office/drawing/2014/main" id="{B23F39FA-2256-FC4A-9408-055505A9AD59}"/>
                  </a:ext>
                </a:extLst>
              </p:cNvPr>
              <p:cNvSpPr>
                <a:spLocks noChangeAspect="1"/>
              </p:cNvSpPr>
              <p:nvPr userDrawn="1"/>
            </p:nvSpPr>
            <p:spPr>
              <a:xfrm flipV="1">
                <a:off x="4732022" y="3423751"/>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77" name="Connecteur droit 76">
                <a:extLst>
                  <a:ext uri="{FF2B5EF4-FFF2-40B4-BE49-F238E27FC236}">
                    <a16:creationId xmlns:a16="http://schemas.microsoft.com/office/drawing/2014/main" id="{0EAF4711-88AA-8342-908B-2F80D273C111}"/>
                  </a:ext>
                </a:extLst>
              </p:cNvPr>
              <p:cNvCxnSpPr>
                <a:cxnSpLocks/>
              </p:cNvCxnSpPr>
              <p:nvPr userDrawn="1"/>
            </p:nvCxnSpPr>
            <p:spPr>
              <a:xfrm>
                <a:off x="5434656" y="3852061"/>
                <a:ext cx="434495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69" name="Groupe 68">
              <a:extLst>
                <a:ext uri="{FF2B5EF4-FFF2-40B4-BE49-F238E27FC236}">
                  <a16:creationId xmlns:a16="http://schemas.microsoft.com/office/drawing/2014/main" id="{A9567615-11DC-7947-964F-78CAB6484D1F}"/>
                </a:ext>
              </a:extLst>
            </p:cNvPr>
            <p:cNvGrpSpPr/>
            <p:nvPr userDrawn="1"/>
          </p:nvGrpSpPr>
          <p:grpSpPr>
            <a:xfrm>
              <a:off x="3628657" y="2375300"/>
              <a:ext cx="5403971" cy="451697"/>
              <a:chOff x="5139839" y="2599402"/>
              <a:chExt cx="5403971" cy="451697"/>
            </a:xfrm>
          </p:grpSpPr>
          <p:sp>
            <p:nvSpPr>
              <p:cNvPr id="70" name="Forme libre 69">
                <a:extLst>
                  <a:ext uri="{FF2B5EF4-FFF2-40B4-BE49-F238E27FC236}">
                    <a16:creationId xmlns:a16="http://schemas.microsoft.com/office/drawing/2014/main" id="{64F4EFE0-2BBB-B942-893E-5371816E8805}"/>
                  </a:ext>
                </a:extLst>
              </p:cNvPr>
              <p:cNvSpPr>
                <a:spLocks noChangeAspect="1"/>
              </p:cNvSpPr>
              <p:nvPr userDrawn="1"/>
            </p:nvSpPr>
            <p:spPr>
              <a:xfrm flipV="1">
                <a:off x="5139839" y="2599402"/>
                <a:ext cx="514040" cy="451697"/>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73" name="Connecteur droit 72">
                <a:extLst>
                  <a:ext uri="{FF2B5EF4-FFF2-40B4-BE49-F238E27FC236}">
                    <a16:creationId xmlns:a16="http://schemas.microsoft.com/office/drawing/2014/main" id="{4A86BFCC-9A17-1445-A0F8-A6DFA3864096}"/>
                  </a:ext>
                </a:extLst>
              </p:cNvPr>
              <p:cNvCxnSpPr>
                <a:cxnSpLocks/>
              </p:cNvCxnSpPr>
              <p:nvPr userDrawn="1"/>
            </p:nvCxnSpPr>
            <p:spPr>
              <a:xfrm>
                <a:off x="5857642" y="3025651"/>
                <a:ext cx="4686168"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90" name="Groupe 89">
              <a:extLst>
                <a:ext uri="{FF2B5EF4-FFF2-40B4-BE49-F238E27FC236}">
                  <a16:creationId xmlns:a16="http://schemas.microsoft.com/office/drawing/2014/main" id="{6A77B041-3812-0E44-BAD7-7FBB2D24E956}"/>
                </a:ext>
              </a:extLst>
            </p:cNvPr>
            <p:cNvGrpSpPr/>
            <p:nvPr userDrawn="1"/>
          </p:nvGrpSpPr>
          <p:grpSpPr>
            <a:xfrm>
              <a:off x="5393304" y="5674114"/>
              <a:ext cx="3639324" cy="450000"/>
              <a:chOff x="3312198" y="5896798"/>
              <a:chExt cx="3639324" cy="450000"/>
            </a:xfrm>
          </p:grpSpPr>
          <p:sp>
            <p:nvSpPr>
              <p:cNvPr id="91" name="Forme libre 90">
                <a:extLst>
                  <a:ext uri="{FF2B5EF4-FFF2-40B4-BE49-F238E27FC236}">
                    <a16:creationId xmlns:a16="http://schemas.microsoft.com/office/drawing/2014/main" id="{644F21F7-AD94-2344-8921-BA21F1F633BC}"/>
                  </a:ext>
                </a:extLst>
              </p:cNvPr>
              <p:cNvSpPr>
                <a:spLocks noChangeAspect="1"/>
              </p:cNvSpPr>
              <p:nvPr userDrawn="1"/>
            </p:nvSpPr>
            <p:spPr>
              <a:xfrm flipV="1">
                <a:off x="3312198" y="5896798"/>
                <a:ext cx="512110"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94" name="Connecteur droit 93">
                <a:extLst>
                  <a:ext uri="{FF2B5EF4-FFF2-40B4-BE49-F238E27FC236}">
                    <a16:creationId xmlns:a16="http://schemas.microsoft.com/office/drawing/2014/main" id="{FB62BE0C-60C5-4242-93AA-7FE99D408B0D}"/>
                  </a:ext>
                </a:extLst>
              </p:cNvPr>
              <p:cNvCxnSpPr>
                <a:cxnSpLocks/>
              </p:cNvCxnSpPr>
              <p:nvPr userDrawn="1"/>
            </p:nvCxnSpPr>
            <p:spPr>
              <a:xfrm>
                <a:off x="4017333" y="6319251"/>
                <a:ext cx="2934189"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sp>
        <p:nvSpPr>
          <p:cNvPr id="105" name="Espace réservé du texte 33">
            <a:extLst>
              <a:ext uri="{FF2B5EF4-FFF2-40B4-BE49-F238E27FC236}">
                <a16:creationId xmlns:a16="http://schemas.microsoft.com/office/drawing/2014/main" id="{662AD9E9-63CC-42F6-9F0F-EB79AEBA578E}"/>
              </a:ext>
            </a:extLst>
          </p:cNvPr>
          <p:cNvSpPr>
            <a:spLocks noGrp="1"/>
          </p:cNvSpPr>
          <p:nvPr>
            <p:ph type="body" sz="quarter" idx="12" hasCustomPrompt="1"/>
          </p:nvPr>
        </p:nvSpPr>
        <p:spPr>
          <a:xfrm>
            <a:off x="5089661" y="2132025"/>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106" name="Espace réservé du texte 33">
            <a:extLst>
              <a:ext uri="{FF2B5EF4-FFF2-40B4-BE49-F238E27FC236}">
                <a16:creationId xmlns:a16="http://schemas.microsoft.com/office/drawing/2014/main" id="{DAE9F0F2-4D22-4044-A075-D74E39162219}"/>
              </a:ext>
            </a:extLst>
          </p:cNvPr>
          <p:cNvSpPr>
            <a:spLocks noGrp="1"/>
          </p:cNvSpPr>
          <p:nvPr>
            <p:ph type="body" sz="quarter" idx="13" hasCustomPrompt="1"/>
          </p:nvPr>
        </p:nvSpPr>
        <p:spPr>
          <a:xfrm>
            <a:off x="5896248" y="3348492"/>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107" name="Espace réservé du texte 33">
            <a:extLst>
              <a:ext uri="{FF2B5EF4-FFF2-40B4-BE49-F238E27FC236}">
                <a16:creationId xmlns:a16="http://schemas.microsoft.com/office/drawing/2014/main" id="{0BC4390B-A483-4EA9-8AC0-BD1FF8F497A1}"/>
              </a:ext>
            </a:extLst>
          </p:cNvPr>
          <p:cNvSpPr>
            <a:spLocks noGrp="1"/>
          </p:cNvSpPr>
          <p:nvPr>
            <p:ph type="body" sz="quarter" idx="14" hasCustomPrompt="1"/>
          </p:nvPr>
        </p:nvSpPr>
        <p:spPr>
          <a:xfrm>
            <a:off x="5486879" y="2753661"/>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108" name="Espace réservé du texte 33">
            <a:extLst>
              <a:ext uri="{FF2B5EF4-FFF2-40B4-BE49-F238E27FC236}">
                <a16:creationId xmlns:a16="http://schemas.microsoft.com/office/drawing/2014/main" id="{061E657B-33B4-42DF-BF35-D47499EC1728}"/>
              </a:ext>
            </a:extLst>
          </p:cNvPr>
          <p:cNvSpPr>
            <a:spLocks noGrp="1"/>
          </p:cNvSpPr>
          <p:nvPr>
            <p:ph type="body" sz="quarter" idx="15" hasCustomPrompt="1"/>
          </p:nvPr>
        </p:nvSpPr>
        <p:spPr>
          <a:xfrm>
            <a:off x="7123209" y="5138788"/>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109" name="Espace réservé du texte 33">
            <a:extLst>
              <a:ext uri="{FF2B5EF4-FFF2-40B4-BE49-F238E27FC236}">
                <a16:creationId xmlns:a16="http://schemas.microsoft.com/office/drawing/2014/main" id="{9D136D37-619F-4F9B-A47F-D8B66B95ECE7}"/>
              </a:ext>
            </a:extLst>
          </p:cNvPr>
          <p:cNvSpPr>
            <a:spLocks noGrp="1"/>
          </p:cNvSpPr>
          <p:nvPr>
            <p:ph type="body" sz="quarter" idx="16" hasCustomPrompt="1"/>
          </p:nvPr>
        </p:nvSpPr>
        <p:spPr>
          <a:xfrm>
            <a:off x="6739782" y="4540112"/>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110" name="Espace réservé du texte 33">
            <a:extLst>
              <a:ext uri="{FF2B5EF4-FFF2-40B4-BE49-F238E27FC236}">
                <a16:creationId xmlns:a16="http://schemas.microsoft.com/office/drawing/2014/main" id="{68D05910-1CDA-4D6D-9C26-B905FCF31B53}"/>
              </a:ext>
            </a:extLst>
          </p:cNvPr>
          <p:cNvSpPr>
            <a:spLocks noGrp="1"/>
          </p:cNvSpPr>
          <p:nvPr>
            <p:ph type="body" sz="quarter" idx="17" hasCustomPrompt="1"/>
          </p:nvPr>
        </p:nvSpPr>
        <p:spPr>
          <a:xfrm>
            <a:off x="6320562" y="3956211"/>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1" name="ZoneTexte 30">
            <a:extLst>
              <a:ext uri="{FF2B5EF4-FFF2-40B4-BE49-F238E27FC236}">
                <a16:creationId xmlns:a16="http://schemas.microsoft.com/office/drawing/2014/main" id="{F2CB5BEE-3B72-4475-A150-2FC5AE9F4FA5}"/>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
        <p:nvSpPr>
          <p:cNvPr id="32" name="ZoneTexte 31">
            <a:extLst>
              <a:ext uri="{FF2B5EF4-FFF2-40B4-BE49-F238E27FC236}">
                <a16:creationId xmlns:a16="http://schemas.microsoft.com/office/drawing/2014/main" id="{99527D99-1B0E-4CEF-958D-CEE3F7448AE8}"/>
              </a:ext>
            </a:extLst>
          </p:cNvPr>
          <p:cNvSpPr txBox="1"/>
          <p:nvPr userDrawn="1"/>
        </p:nvSpPr>
        <p:spPr>
          <a:xfrm>
            <a:off x="3510373" y="6607379"/>
            <a:ext cx="5201920" cy="205546"/>
          </a:xfrm>
          <a:prstGeom prst="rect">
            <a:avLst/>
          </a:prstGeom>
          <a:noFill/>
        </p:spPr>
        <p:txBody>
          <a:bodyPr wrap="square" lIns="163293" tIns="32659" rIns="163293" bIns="32659" rtlCol="0" anchor="ctr">
            <a:spAutoFit/>
          </a:bodyPr>
          <a:lstStyle/>
          <a:p>
            <a:pPr marL="0" marR="0" lvl="0" indent="0" algn="ctr" defTabSz="414775" rtl="0" eaLnBrk="1" fontAlgn="auto" latinLnBrk="0" hangingPunct="1">
              <a:lnSpc>
                <a:spcPct val="100000"/>
              </a:lnSpc>
              <a:spcBef>
                <a:spcPts val="0"/>
              </a:spcBef>
              <a:spcAft>
                <a:spcPts val="0"/>
              </a:spcAft>
              <a:buClrTx/>
              <a:buSzTx/>
              <a:buFontTx/>
              <a:buNone/>
              <a:tabLst/>
              <a:defRPr/>
            </a:pPr>
            <a:r>
              <a:rPr lang="fr-FR" sz="907" b="1" i="0" spc="272">
                <a:solidFill>
                  <a:srgbClr val="00964E"/>
                </a:solidFill>
                <a:latin typeface="Poppins" pitchFamily="2" charset="77"/>
                <a:cs typeface="Poppins" pitchFamily="2" charset="77"/>
              </a:rPr>
              <a:t>- </a:t>
            </a:r>
            <a:fld id="{E595FE6F-A4B9-BF42-BDB9-597CDB313134}" type="slidenum">
              <a:rPr lang="fr-FR" sz="816" kern="1200" spc="363" smtClean="0">
                <a:solidFill>
                  <a:schemeClr val="bg1"/>
                </a:solidFill>
                <a:latin typeface="Poppins" pitchFamily="2" charset="77"/>
                <a:ea typeface="+mn-ea"/>
                <a:cs typeface="Poppins" pitchFamily="2" charset="77"/>
              </a:rPr>
              <a:pPr marL="0" marR="0" lvl="0" indent="0" algn="ctr" defTabSz="414775" rtl="0" eaLnBrk="1" fontAlgn="auto" latinLnBrk="0" hangingPunct="1">
                <a:lnSpc>
                  <a:spcPct val="100000"/>
                </a:lnSpc>
                <a:spcBef>
                  <a:spcPts val="0"/>
                </a:spcBef>
                <a:spcAft>
                  <a:spcPts val="0"/>
                </a:spcAft>
                <a:buClrTx/>
                <a:buSzTx/>
                <a:buFontTx/>
                <a:buNone/>
                <a:tabLst/>
                <a:defRPr/>
              </a:pPr>
              <a:t>‹#›</a:t>
            </a:fld>
            <a:r>
              <a:rPr lang="fr-FR" sz="816" kern="1200" spc="363">
                <a:solidFill>
                  <a:srgbClr val="332D2D"/>
                </a:solidFill>
                <a:latin typeface="Poppins" pitchFamily="2" charset="77"/>
                <a:ea typeface="+mn-ea"/>
                <a:cs typeface="Poppins" pitchFamily="2" charset="77"/>
              </a:rPr>
              <a:t> </a:t>
            </a:r>
            <a:r>
              <a:rPr lang="fr-FR" sz="907" b="1" i="0" kern="1200" spc="272">
                <a:solidFill>
                  <a:srgbClr val="00964E"/>
                </a:solidFill>
                <a:latin typeface="Poppins" pitchFamily="2" charset="77"/>
                <a:ea typeface="+mn-ea"/>
                <a:cs typeface="Poppins" pitchFamily="2" charset="77"/>
              </a:rPr>
              <a:t>-</a:t>
            </a:r>
            <a:endParaRPr lang="fr-FR" sz="1633" b="1" i="0" spc="363">
              <a:solidFill>
                <a:srgbClr val="332D2D"/>
              </a:solidFill>
              <a:latin typeface="Poppins" pitchFamily="2" charset="77"/>
              <a:cs typeface="Poppins" pitchFamily="2" charset="77"/>
            </a:endParaRPr>
          </a:p>
        </p:txBody>
      </p:sp>
    </p:spTree>
    <p:extLst>
      <p:ext uri="{BB962C8B-B14F-4D97-AF65-F5344CB8AC3E}">
        <p14:creationId xmlns:p14="http://schemas.microsoft.com/office/powerpoint/2010/main" val="209696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Sommaire_x5">
    <p:spTree>
      <p:nvGrpSpPr>
        <p:cNvPr id="1" name=""/>
        <p:cNvGrpSpPr/>
        <p:nvPr/>
      </p:nvGrpSpPr>
      <p:grpSpPr>
        <a:xfrm>
          <a:off x="0" y="0"/>
          <a:ext cx="0" cy="0"/>
          <a:chOff x="0" y="0"/>
          <a:chExt cx="0" cy="0"/>
        </a:xfrm>
      </p:grpSpPr>
      <p:sp>
        <p:nvSpPr>
          <p:cNvPr id="390" name="Forme libre 389">
            <a:extLst>
              <a:ext uri="{FF2B5EF4-FFF2-40B4-BE49-F238E27FC236}">
                <a16:creationId xmlns:a16="http://schemas.microsoft.com/office/drawing/2014/main" id="{8674E2A3-FAAF-3342-ACB4-65CA4BCD3BBB}"/>
              </a:ext>
            </a:extLst>
          </p:cNvPr>
          <p:cNvSpPr>
            <a:spLocks noChangeAspect="1"/>
          </p:cNvSpPr>
          <p:nvPr userDrawn="1"/>
        </p:nvSpPr>
        <p:spPr>
          <a:xfrm>
            <a:off x="0" y="0"/>
            <a:ext cx="7203896" cy="6858295"/>
          </a:xfrm>
          <a:custGeom>
            <a:avLst/>
            <a:gdLst>
              <a:gd name="connsiteX0" fmla="*/ 0 w 466133"/>
              <a:gd name="connsiteY0" fmla="*/ 562823 h 557812"/>
              <a:gd name="connsiteX1" fmla="*/ 0 w 466133"/>
              <a:gd name="connsiteY1" fmla="*/ 0 h 557812"/>
              <a:gd name="connsiteX2" fmla="*/ 173992 w 466133"/>
              <a:gd name="connsiteY2" fmla="*/ 0 h 557812"/>
              <a:gd name="connsiteX3" fmla="*/ 475456 w 466133"/>
              <a:gd name="connsiteY3" fmla="*/ 562823 h 557812"/>
              <a:gd name="connsiteX4" fmla="*/ 0 w 466133"/>
              <a:gd name="connsiteY4" fmla="*/ 562823 h 557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133" h="557812">
                <a:moveTo>
                  <a:pt x="0" y="562823"/>
                </a:moveTo>
                <a:lnTo>
                  <a:pt x="0" y="0"/>
                </a:lnTo>
                <a:lnTo>
                  <a:pt x="173992" y="0"/>
                </a:lnTo>
                <a:lnTo>
                  <a:pt x="475456" y="562823"/>
                </a:lnTo>
                <a:lnTo>
                  <a:pt x="0" y="562823"/>
                </a:lnTo>
                <a:close/>
              </a:path>
            </a:pathLst>
          </a:custGeom>
          <a:blipFill dpi="0" rotWithShape="1">
            <a:blip r:embed="rId2" cstate="print">
              <a:extLst>
                <a:ext uri="{28A0092B-C50C-407E-A947-70E740481C1C}">
                  <a14:useLocalDpi xmlns:a14="http://schemas.microsoft.com/office/drawing/2010/main"/>
                </a:ext>
              </a:extLst>
            </a:blip>
            <a:srcRect/>
            <a:stretch>
              <a:fillRect l="1" b="448"/>
            </a:stretch>
          </a:blipFill>
          <a:ln w="9507" cap="flat">
            <a:noFill/>
            <a:prstDash val="solid"/>
            <a:miter/>
          </a:ln>
          <a:effectLst>
            <a:outerShdw blurRad="190500" dist="38100" algn="l" rotWithShape="0">
              <a:prstClr val="black">
                <a:alpha val="15000"/>
              </a:prstClr>
            </a:outerShdw>
          </a:effectLst>
        </p:spPr>
        <p:txBody>
          <a:bodyPr rtlCol="0" anchor="ctr"/>
          <a:lstStyle/>
          <a:p>
            <a:endParaRPr lang="fr-FR" sz="1633"/>
          </a:p>
        </p:txBody>
      </p:sp>
      <p:sp>
        <p:nvSpPr>
          <p:cNvPr id="335" name="Espace réservé du contenu 6">
            <a:extLst>
              <a:ext uri="{FF2B5EF4-FFF2-40B4-BE49-F238E27FC236}">
                <a16:creationId xmlns:a16="http://schemas.microsoft.com/office/drawing/2014/main" id="{BA5B37D9-D120-5446-AD89-D430D063A64B}"/>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336" name="Espace réservé du texte 33">
            <a:extLst>
              <a:ext uri="{FF2B5EF4-FFF2-40B4-BE49-F238E27FC236}">
                <a16:creationId xmlns:a16="http://schemas.microsoft.com/office/drawing/2014/main" id="{1545BF28-12B2-134C-B507-4A0BB38C0CC5}"/>
              </a:ext>
            </a:extLst>
          </p:cNvPr>
          <p:cNvSpPr>
            <a:spLocks noGrp="1"/>
          </p:cNvSpPr>
          <p:nvPr>
            <p:ph type="body" sz="quarter" idx="11" hasCustomPrompt="1"/>
          </p:nvPr>
        </p:nvSpPr>
        <p:spPr>
          <a:xfrm>
            <a:off x="9710250" y="247783"/>
            <a:ext cx="2198494" cy="487362"/>
          </a:xfrm>
          <a:prstGeom prst="rect">
            <a:avLst/>
          </a:prstGeom>
        </p:spPr>
        <p:txBody>
          <a:bodyPr lIns="360000" rIns="180000" anchor="ctr"/>
          <a:lstStyle>
            <a:lvl1pPr marL="0" indent="0" algn="r">
              <a:buNone/>
              <a:defRPr lang="fr-FR" sz="1270" kern="1200" cap="all" spc="272" baseline="0" dirty="0">
                <a:solidFill>
                  <a:schemeClr val="lt1"/>
                </a:solidFill>
                <a:latin typeface="Poppins" pitchFamily="2" charset="77"/>
                <a:ea typeface="+mn-ea"/>
                <a:cs typeface="Poppins" pitchFamily="2" charset="77"/>
              </a:defRPr>
            </a:lvl1pPr>
          </a:lstStyle>
          <a:p>
            <a:r>
              <a:rPr lang="fr-FR"/>
              <a:t>Sommaire</a:t>
            </a:r>
          </a:p>
        </p:txBody>
      </p:sp>
      <p:sp>
        <p:nvSpPr>
          <p:cNvPr id="401" name="Forme libre 400">
            <a:extLst>
              <a:ext uri="{FF2B5EF4-FFF2-40B4-BE49-F238E27FC236}">
                <a16:creationId xmlns:a16="http://schemas.microsoft.com/office/drawing/2014/main" id="{E40B0EB9-1923-2B4A-AA49-F15E44DD70E0}"/>
              </a:ext>
            </a:extLst>
          </p:cNvPr>
          <p:cNvSpPr/>
          <p:nvPr userDrawn="1"/>
        </p:nvSpPr>
        <p:spPr>
          <a:xfrm flipH="1" flipV="1">
            <a:off x="2305531" y="735145"/>
            <a:ext cx="2725508" cy="1905324"/>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grpSp>
        <p:nvGrpSpPr>
          <p:cNvPr id="11" name="Groupe 10">
            <a:extLst>
              <a:ext uri="{FF2B5EF4-FFF2-40B4-BE49-F238E27FC236}">
                <a16:creationId xmlns:a16="http://schemas.microsoft.com/office/drawing/2014/main" id="{FC517CD9-9528-8D4E-9EA2-9966E3ADCE0B}"/>
              </a:ext>
            </a:extLst>
          </p:cNvPr>
          <p:cNvGrpSpPr/>
          <p:nvPr userDrawn="1"/>
        </p:nvGrpSpPr>
        <p:grpSpPr>
          <a:xfrm>
            <a:off x="4720891" y="2154829"/>
            <a:ext cx="6162212" cy="3399570"/>
            <a:chOff x="3883328" y="2375300"/>
            <a:chExt cx="5403971" cy="3747396"/>
          </a:xfrm>
        </p:grpSpPr>
        <p:grpSp>
          <p:nvGrpSpPr>
            <p:cNvPr id="424" name="Groupe 423">
              <a:extLst>
                <a:ext uri="{FF2B5EF4-FFF2-40B4-BE49-F238E27FC236}">
                  <a16:creationId xmlns:a16="http://schemas.microsoft.com/office/drawing/2014/main" id="{7D027629-7125-BB43-9D9D-5D55E7A407EB}"/>
                </a:ext>
              </a:extLst>
            </p:cNvPr>
            <p:cNvGrpSpPr/>
            <p:nvPr userDrawn="1"/>
          </p:nvGrpSpPr>
          <p:grpSpPr>
            <a:xfrm>
              <a:off x="5664184" y="5672696"/>
              <a:ext cx="3623115" cy="450000"/>
              <a:chOff x="3312198" y="5896798"/>
              <a:chExt cx="3623115" cy="450000"/>
            </a:xfrm>
          </p:grpSpPr>
          <p:sp>
            <p:nvSpPr>
              <p:cNvPr id="445" name="Forme libre 444">
                <a:extLst>
                  <a:ext uri="{FF2B5EF4-FFF2-40B4-BE49-F238E27FC236}">
                    <a16:creationId xmlns:a16="http://schemas.microsoft.com/office/drawing/2014/main" id="{4CA71ECD-4194-1549-9877-76DF4864885F}"/>
                  </a:ext>
                </a:extLst>
              </p:cNvPr>
              <p:cNvSpPr>
                <a:spLocks noChangeAspect="1"/>
              </p:cNvSpPr>
              <p:nvPr userDrawn="1"/>
            </p:nvSpPr>
            <p:spPr>
              <a:xfrm flipV="1">
                <a:off x="3312198" y="5896798"/>
                <a:ext cx="512110"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48" name="Connecteur droit 447">
                <a:extLst>
                  <a:ext uri="{FF2B5EF4-FFF2-40B4-BE49-F238E27FC236}">
                    <a16:creationId xmlns:a16="http://schemas.microsoft.com/office/drawing/2014/main" id="{28541282-CA02-3C44-A785-2C6E1BC3B18E}"/>
                  </a:ext>
                </a:extLst>
              </p:cNvPr>
              <p:cNvCxnSpPr>
                <a:cxnSpLocks/>
              </p:cNvCxnSpPr>
              <p:nvPr userDrawn="1"/>
            </p:nvCxnSpPr>
            <p:spPr>
              <a:xfrm>
                <a:off x="4017333" y="6319251"/>
                <a:ext cx="291798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5" name="Groupe 424">
              <a:extLst>
                <a:ext uri="{FF2B5EF4-FFF2-40B4-BE49-F238E27FC236}">
                  <a16:creationId xmlns:a16="http://schemas.microsoft.com/office/drawing/2014/main" id="{8FCA8FFA-2646-3648-8D49-34CF7A493A0F}"/>
                </a:ext>
              </a:extLst>
            </p:cNvPr>
            <p:cNvGrpSpPr/>
            <p:nvPr userDrawn="1"/>
          </p:nvGrpSpPr>
          <p:grpSpPr>
            <a:xfrm>
              <a:off x="5207405" y="4848346"/>
              <a:ext cx="4079894" cy="450000"/>
              <a:chOff x="3871885" y="5072448"/>
              <a:chExt cx="4079894" cy="450000"/>
            </a:xfrm>
          </p:grpSpPr>
          <p:sp>
            <p:nvSpPr>
              <p:cNvPr id="441" name="Forme libre 440">
                <a:extLst>
                  <a:ext uri="{FF2B5EF4-FFF2-40B4-BE49-F238E27FC236}">
                    <a16:creationId xmlns:a16="http://schemas.microsoft.com/office/drawing/2014/main" id="{F6317007-0B1F-1B4A-9608-37B7A45BF506}"/>
                  </a:ext>
                </a:extLst>
              </p:cNvPr>
              <p:cNvSpPr>
                <a:spLocks noChangeAspect="1"/>
              </p:cNvSpPr>
              <p:nvPr userDrawn="1"/>
            </p:nvSpPr>
            <p:spPr>
              <a:xfrm flipV="1">
                <a:off x="3871885" y="5072448"/>
                <a:ext cx="512108"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44" name="Connecteur droit 443">
                <a:extLst>
                  <a:ext uri="{FF2B5EF4-FFF2-40B4-BE49-F238E27FC236}">
                    <a16:creationId xmlns:a16="http://schemas.microsoft.com/office/drawing/2014/main" id="{ABD305C8-6537-5741-81EC-71536D84E727}"/>
                  </a:ext>
                </a:extLst>
              </p:cNvPr>
              <p:cNvCxnSpPr>
                <a:cxnSpLocks/>
              </p:cNvCxnSpPr>
              <p:nvPr userDrawn="1"/>
            </p:nvCxnSpPr>
            <p:spPr>
              <a:xfrm>
                <a:off x="4569819" y="5503201"/>
                <a:ext cx="338196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6" name="Groupe 425">
              <a:extLst>
                <a:ext uri="{FF2B5EF4-FFF2-40B4-BE49-F238E27FC236}">
                  <a16:creationId xmlns:a16="http://schemas.microsoft.com/office/drawing/2014/main" id="{8062D530-6956-6242-A39A-17222F314F88}"/>
                </a:ext>
              </a:extLst>
            </p:cNvPr>
            <p:cNvGrpSpPr/>
            <p:nvPr userDrawn="1"/>
          </p:nvGrpSpPr>
          <p:grpSpPr>
            <a:xfrm>
              <a:off x="4788085" y="4024000"/>
              <a:ext cx="4499214" cy="450000"/>
              <a:chOff x="4297944" y="4248102"/>
              <a:chExt cx="4499214" cy="450000"/>
            </a:xfrm>
          </p:grpSpPr>
          <p:sp>
            <p:nvSpPr>
              <p:cNvPr id="437" name="Forme libre 436">
                <a:extLst>
                  <a:ext uri="{FF2B5EF4-FFF2-40B4-BE49-F238E27FC236}">
                    <a16:creationId xmlns:a16="http://schemas.microsoft.com/office/drawing/2014/main" id="{915E4D98-1156-BF4E-9A53-3331A2958000}"/>
                  </a:ext>
                </a:extLst>
              </p:cNvPr>
              <p:cNvSpPr>
                <a:spLocks noChangeAspect="1"/>
              </p:cNvSpPr>
              <p:nvPr userDrawn="1"/>
            </p:nvSpPr>
            <p:spPr>
              <a:xfrm flipV="1">
                <a:off x="4297944" y="4248102"/>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40" name="Connecteur droit 439">
                <a:extLst>
                  <a:ext uri="{FF2B5EF4-FFF2-40B4-BE49-F238E27FC236}">
                    <a16:creationId xmlns:a16="http://schemas.microsoft.com/office/drawing/2014/main" id="{30AF4EE1-7119-4843-8D7B-889536C9CE7C}"/>
                  </a:ext>
                </a:extLst>
              </p:cNvPr>
              <p:cNvCxnSpPr>
                <a:cxnSpLocks/>
              </p:cNvCxnSpPr>
              <p:nvPr userDrawn="1"/>
            </p:nvCxnSpPr>
            <p:spPr>
              <a:xfrm flipV="1">
                <a:off x="4994427" y="4673760"/>
                <a:ext cx="3802731" cy="1"/>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7" name="Groupe 426">
              <a:extLst>
                <a:ext uri="{FF2B5EF4-FFF2-40B4-BE49-F238E27FC236}">
                  <a16:creationId xmlns:a16="http://schemas.microsoft.com/office/drawing/2014/main" id="{0B48F074-507B-BF46-AF5B-9AA9BDA0CB91}"/>
                </a:ext>
              </a:extLst>
            </p:cNvPr>
            <p:cNvGrpSpPr/>
            <p:nvPr userDrawn="1"/>
          </p:nvGrpSpPr>
          <p:grpSpPr>
            <a:xfrm>
              <a:off x="4332245" y="3199649"/>
              <a:ext cx="4955054" cy="450000"/>
              <a:chOff x="4732022" y="3423751"/>
              <a:chExt cx="4955054" cy="450000"/>
            </a:xfrm>
          </p:grpSpPr>
          <p:sp>
            <p:nvSpPr>
              <p:cNvPr id="433" name="Forme libre 432">
                <a:extLst>
                  <a:ext uri="{FF2B5EF4-FFF2-40B4-BE49-F238E27FC236}">
                    <a16:creationId xmlns:a16="http://schemas.microsoft.com/office/drawing/2014/main" id="{A4681B9E-7CCF-C240-B2ED-3867E27E5504}"/>
                  </a:ext>
                </a:extLst>
              </p:cNvPr>
              <p:cNvSpPr>
                <a:spLocks noChangeAspect="1"/>
              </p:cNvSpPr>
              <p:nvPr userDrawn="1"/>
            </p:nvSpPr>
            <p:spPr>
              <a:xfrm flipV="1">
                <a:off x="4732022" y="3423751"/>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6" name="Connecteur droit 435">
                <a:extLst>
                  <a:ext uri="{FF2B5EF4-FFF2-40B4-BE49-F238E27FC236}">
                    <a16:creationId xmlns:a16="http://schemas.microsoft.com/office/drawing/2014/main" id="{C67C739A-A5C9-8F4C-B204-51D6DE1B3568}"/>
                  </a:ext>
                </a:extLst>
              </p:cNvPr>
              <p:cNvCxnSpPr>
                <a:cxnSpLocks/>
              </p:cNvCxnSpPr>
              <p:nvPr userDrawn="1"/>
            </p:nvCxnSpPr>
            <p:spPr>
              <a:xfrm>
                <a:off x="5434656" y="3852061"/>
                <a:ext cx="425242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8" name="Groupe 427">
              <a:extLst>
                <a:ext uri="{FF2B5EF4-FFF2-40B4-BE49-F238E27FC236}">
                  <a16:creationId xmlns:a16="http://schemas.microsoft.com/office/drawing/2014/main" id="{2CD96598-A987-1B4A-A221-7A87DFA04BDF}"/>
                </a:ext>
              </a:extLst>
            </p:cNvPr>
            <p:cNvGrpSpPr/>
            <p:nvPr userDrawn="1"/>
          </p:nvGrpSpPr>
          <p:grpSpPr>
            <a:xfrm>
              <a:off x="3883328" y="2375300"/>
              <a:ext cx="5403971" cy="451697"/>
              <a:chOff x="5139839" y="2599402"/>
              <a:chExt cx="5403971" cy="451697"/>
            </a:xfrm>
          </p:grpSpPr>
          <p:sp>
            <p:nvSpPr>
              <p:cNvPr id="429" name="Forme libre 428">
                <a:extLst>
                  <a:ext uri="{FF2B5EF4-FFF2-40B4-BE49-F238E27FC236}">
                    <a16:creationId xmlns:a16="http://schemas.microsoft.com/office/drawing/2014/main" id="{5733BB63-095C-B343-835F-7AAE9B8EF35C}"/>
                  </a:ext>
                </a:extLst>
              </p:cNvPr>
              <p:cNvSpPr>
                <a:spLocks noChangeAspect="1"/>
              </p:cNvSpPr>
              <p:nvPr userDrawn="1"/>
            </p:nvSpPr>
            <p:spPr>
              <a:xfrm flipV="1">
                <a:off x="5139839" y="2599402"/>
                <a:ext cx="514040" cy="451697"/>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2" name="Connecteur droit 431">
                <a:extLst>
                  <a:ext uri="{FF2B5EF4-FFF2-40B4-BE49-F238E27FC236}">
                    <a16:creationId xmlns:a16="http://schemas.microsoft.com/office/drawing/2014/main" id="{BCE9BCBC-C6E8-224D-8C5A-B83CEA4EA12D}"/>
                  </a:ext>
                </a:extLst>
              </p:cNvPr>
              <p:cNvCxnSpPr>
                <a:cxnSpLocks/>
              </p:cNvCxnSpPr>
              <p:nvPr userDrawn="1"/>
            </p:nvCxnSpPr>
            <p:spPr>
              <a:xfrm>
                <a:off x="5857642" y="3025651"/>
                <a:ext cx="4686168"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sp>
        <p:nvSpPr>
          <p:cNvPr id="32" name="Espace réservé du texte 33">
            <a:extLst>
              <a:ext uri="{FF2B5EF4-FFF2-40B4-BE49-F238E27FC236}">
                <a16:creationId xmlns:a16="http://schemas.microsoft.com/office/drawing/2014/main" id="{422C9712-E195-4E45-A8F9-CD648B1A29F6}"/>
              </a:ext>
            </a:extLst>
          </p:cNvPr>
          <p:cNvSpPr>
            <a:spLocks noGrp="1"/>
          </p:cNvSpPr>
          <p:nvPr>
            <p:ph type="body" sz="quarter" idx="12" hasCustomPrompt="1"/>
          </p:nvPr>
        </p:nvSpPr>
        <p:spPr>
          <a:xfrm>
            <a:off x="5089661" y="2132025"/>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3" name="Espace réservé du texte 33">
            <a:extLst>
              <a:ext uri="{FF2B5EF4-FFF2-40B4-BE49-F238E27FC236}">
                <a16:creationId xmlns:a16="http://schemas.microsoft.com/office/drawing/2014/main" id="{35B4D11C-361D-4C52-BA06-7169C10CFC84}"/>
              </a:ext>
            </a:extLst>
          </p:cNvPr>
          <p:cNvSpPr>
            <a:spLocks noGrp="1"/>
          </p:cNvSpPr>
          <p:nvPr>
            <p:ph type="body" sz="quarter" idx="13" hasCustomPrompt="1"/>
          </p:nvPr>
        </p:nvSpPr>
        <p:spPr>
          <a:xfrm>
            <a:off x="5595289" y="2886141"/>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4" name="Espace réservé du texte 33">
            <a:extLst>
              <a:ext uri="{FF2B5EF4-FFF2-40B4-BE49-F238E27FC236}">
                <a16:creationId xmlns:a16="http://schemas.microsoft.com/office/drawing/2014/main" id="{B832C2BF-BDE7-4239-98BD-6363781FB1CC}"/>
              </a:ext>
            </a:extLst>
          </p:cNvPr>
          <p:cNvSpPr>
            <a:spLocks noGrp="1"/>
          </p:cNvSpPr>
          <p:nvPr>
            <p:ph type="body" sz="quarter" idx="14" hasCustomPrompt="1"/>
          </p:nvPr>
        </p:nvSpPr>
        <p:spPr>
          <a:xfrm>
            <a:off x="6124963" y="3618771"/>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5" name="Espace réservé du texte 33">
            <a:extLst>
              <a:ext uri="{FF2B5EF4-FFF2-40B4-BE49-F238E27FC236}">
                <a16:creationId xmlns:a16="http://schemas.microsoft.com/office/drawing/2014/main" id="{94C3D653-B358-4823-935D-8ED8DF9B3CC6}"/>
              </a:ext>
            </a:extLst>
          </p:cNvPr>
          <p:cNvSpPr>
            <a:spLocks noGrp="1"/>
          </p:cNvSpPr>
          <p:nvPr>
            <p:ph type="body" sz="quarter" idx="15" hasCustomPrompt="1"/>
          </p:nvPr>
        </p:nvSpPr>
        <p:spPr>
          <a:xfrm>
            <a:off x="6621188" y="4378292"/>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6" name="Espace réservé du texte 33">
            <a:extLst>
              <a:ext uri="{FF2B5EF4-FFF2-40B4-BE49-F238E27FC236}">
                <a16:creationId xmlns:a16="http://schemas.microsoft.com/office/drawing/2014/main" id="{0F31E166-CA6D-4279-8C67-9C9035027549}"/>
              </a:ext>
            </a:extLst>
          </p:cNvPr>
          <p:cNvSpPr>
            <a:spLocks noGrp="1"/>
          </p:cNvSpPr>
          <p:nvPr>
            <p:ph type="body" sz="quarter" idx="16" hasCustomPrompt="1"/>
          </p:nvPr>
        </p:nvSpPr>
        <p:spPr>
          <a:xfrm>
            <a:off x="7106345" y="5113882"/>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28" name="ZoneTexte 27">
            <a:extLst>
              <a:ext uri="{FF2B5EF4-FFF2-40B4-BE49-F238E27FC236}">
                <a16:creationId xmlns:a16="http://schemas.microsoft.com/office/drawing/2014/main" id="{EFB49A76-5FE4-4448-A09A-73D4EA1462AF}"/>
              </a:ext>
            </a:extLst>
          </p:cNvPr>
          <p:cNvSpPr txBox="1"/>
          <p:nvPr userDrawn="1"/>
        </p:nvSpPr>
        <p:spPr>
          <a:xfrm>
            <a:off x="3510373" y="6607379"/>
            <a:ext cx="5201920" cy="205546"/>
          </a:xfrm>
          <a:prstGeom prst="rect">
            <a:avLst/>
          </a:prstGeom>
          <a:noFill/>
        </p:spPr>
        <p:txBody>
          <a:bodyPr wrap="square" lIns="163293" tIns="32659" rIns="163293" bIns="32659" rtlCol="0" anchor="ctr">
            <a:spAutoFit/>
          </a:bodyPr>
          <a:lstStyle/>
          <a:p>
            <a:pPr marL="0" marR="0" lvl="0" indent="0" algn="ctr" defTabSz="414775" rtl="0" eaLnBrk="1" fontAlgn="auto" latinLnBrk="0" hangingPunct="1">
              <a:lnSpc>
                <a:spcPct val="100000"/>
              </a:lnSpc>
              <a:spcBef>
                <a:spcPts val="0"/>
              </a:spcBef>
              <a:spcAft>
                <a:spcPts val="0"/>
              </a:spcAft>
              <a:buClrTx/>
              <a:buSzTx/>
              <a:buFontTx/>
              <a:buNone/>
              <a:tabLst/>
              <a:defRPr/>
            </a:pPr>
            <a:r>
              <a:rPr lang="fr-FR" sz="907" b="1" i="0" spc="272">
                <a:solidFill>
                  <a:srgbClr val="00964E"/>
                </a:solidFill>
                <a:latin typeface="Poppins" pitchFamily="2" charset="77"/>
                <a:cs typeface="Poppins" pitchFamily="2" charset="77"/>
              </a:rPr>
              <a:t>- </a:t>
            </a:r>
            <a:fld id="{E595FE6F-A4B9-BF42-BDB9-597CDB313134}" type="slidenum">
              <a:rPr lang="fr-FR" sz="816" kern="1200" spc="363" smtClean="0">
                <a:solidFill>
                  <a:schemeClr val="bg1"/>
                </a:solidFill>
                <a:latin typeface="Poppins" pitchFamily="2" charset="77"/>
                <a:ea typeface="+mn-ea"/>
                <a:cs typeface="Poppins" pitchFamily="2" charset="77"/>
              </a:rPr>
              <a:pPr marL="0" marR="0" lvl="0" indent="0" algn="ctr" defTabSz="414775" rtl="0" eaLnBrk="1" fontAlgn="auto" latinLnBrk="0" hangingPunct="1">
                <a:lnSpc>
                  <a:spcPct val="100000"/>
                </a:lnSpc>
                <a:spcBef>
                  <a:spcPts val="0"/>
                </a:spcBef>
                <a:spcAft>
                  <a:spcPts val="0"/>
                </a:spcAft>
                <a:buClrTx/>
                <a:buSzTx/>
                <a:buFontTx/>
                <a:buNone/>
                <a:tabLst/>
                <a:defRPr/>
              </a:pPr>
              <a:t>‹#›</a:t>
            </a:fld>
            <a:r>
              <a:rPr lang="fr-FR" sz="816" kern="1200" spc="363">
                <a:solidFill>
                  <a:srgbClr val="332D2D"/>
                </a:solidFill>
                <a:latin typeface="Poppins" pitchFamily="2" charset="77"/>
                <a:ea typeface="+mn-ea"/>
                <a:cs typeface="Poppins" pitchFamily="2" charset="77"/>
              </a:rPr>
              <a:t> </a:t>
            </a:r>
            <a:r>
              <a:rPr lang="fr-FR" sz="907" b="1" i="0" kern="1200" spc="272">
                <a:solidFill>
                  <a:srgbClr val="00964E"/>
                </a:solidFill>
                <a:latin typeface="Poppins" pitchFamily="2" charset="77"/>
                <a:ea typeface="+mn-ea"/>
                <a:cs typeface="Poppins" pitchFamily="2" charset="77"/>
              </a:rPr>
              <a:t>-</a:t>
            </a:r>
            <a:endParaRPr lang="fr-FR" sz="1633" b="1" i="0" spc="363">
              <a:solidFill>
                <a:srgbClr val="332D2D"/>
              </a:solidFill>
              <a:latin typeface="Poppins" pitchFamily="2" charset="77"/>
              <a:cs typeface="Poppins" pitchFamily="2" charset="77"/>
            </a:endParaRPr>
          </a:p>
        </p:txBody>
      </p:sp>
      <p:sp>
        <p:nvSpPr>
          <p:cNvPr id="29" name="ZoneTexte 28">
            <a:extLst>
              <a:ext uri="{FF2B5EF4-FFF2-40B4-BE49-F238E27FC236}">
                <a16:creationId xmlns:a16="http://schemas.microsoft.com/office/drawing/2014/main" id="{6CE1ABEB-4213-4DBF-A4A3-ADFDBC064AB1}"/>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3595518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ommaire_x5">
    <p:spTree>
      <p:nvGrpSpPr>
        <p:cNvPr id="1" name=""/>
        <p:cNvGrpSpPr/>
        <p:nvPr/>
      </p:nvGrpSpPr>
      <p:grpSpPr>
        <a:xfrm>
          <a:off x="0" y="0"/>
          <a:ext cx="0" cy="0"/>
          <a:chOff x="0" y="0"/>
          <a:chExt cx="0" cy="0"/>
        </a:xfrm>
      </p:grpSpPr>
      <p:sp>
        <p:nvSpPr>
          <p:cNvPr id="390" name="Forme libre 389">
            <a:extLst>
              <a:ext uri="{FF2B5EF4-FFF2-40B4-BE49-F238E27FC236}">
                <a16:creationId xmlns:a16="http://schemas.microsoft.com/office/drawing/2014/main" id="{8674E2A3-FAAF-3342-ACB4-65CA4BCD3BBB}"/>
              </a:ext>
            </a:extLst>
          </p:cNvPr>
          <p:cNvSpPr>
            <a:spLocks noChangeAspect="1"/>
          </p:cNvSpPr>
          <p:nvPr userDrawn="1"/>
        </p:nvSpPr>
        <p:spPr>
          <a:xfrm>
            <a:off x="0" y="0"/>
            <a:ext cx="7203896" cy="6858295"/>
          </a:xfrm>
          <a:custGeom>
            <a:avLst/>
            <a:gdLst>
              <a:gd name="connsiteX0" fmla="*/ 0 w 466133"/>
              <a:gd name="connsiteY0" fmla="*/ 562823 h 557812"/>
              <a:gd name="connsiteX1" fmla="*/ 0 w 466133"/>
              <a:gd name="connsiteY1" fmla="*/ 0 h 557812"/>
              <a:gd name="connsiteX2" fmla="*/ 173992 w 466133"/>
              <a:gd name="connsiteY2" fmla="*/ 0 h 557812"/>
              <a:gd name="connsiteX3" fmla="*/ 475456 w 466133"/>
              <a:gd name="connsiteY3" fmla="*/ 562823 h 557812"/>
              <a:gd name="connsiteX4" fmla="*/ 0 w 466133"/>
              <a:gd name="connsiteY4" fmla="*/ 562823 h 557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133" h="557812">
                <a:moveTo>
                  <a:pt x="0" y="562823"/>
                </a:moveTo>
                <a:lnTo>
                  <a:pt x="0" y="0"/>
                </a:lnTo>
                <a:lnTo>
                  <a:pt x="173992" y="0"/>
                </a:lnTo>
                <a:lnTo>
                  <a:pt x="475456" y="562823"/>
                </a:lnTo>
                <a:lnTo>
                  <a:pt x="0" y="562823"/>
                </a:lnTo>
                <a:close/>
              </a:path>
            </a:pathLst>
          </a:custGeom>
          <a:blipFill dpi="0" rotWithShape="1">
            <a:blip r:embed="rId2" cstate="print">
              <a:extLst>
                <a:ext uri="{28A0092B-C50C-407E-A947-70E740481C1C}">
                  <a14:useLocalDpi xmlns:a14="http://schemas.microsoft.com/office/drawing/2010/main"/>
                </a:ext>
              </a:extLst>
            </a:blip>
            <a:srcRect/>
            <a:stretch>
              <a:fillRect l="1" b="448"/>
            </a:stretch>
          </a:blipFill>
          <a:ln w="9507" cap="flat">
            <a:noFill/>
            <a:prstDash val="solid"/>
            <a:miter/>
          </a:ln>
          <a:effectLst>
            <a:outerShdw blurRad="190500" dist="38100" algn="l" rotWithShape="0">
              <a:prstClr val="black">
                <a:alpha val="15000"/>
              </a:prstClr>
            </a:outerShdw>
          </a:effectLst>
        </p:spPr>
        <p:txBody>
          <a:bodyPr rtlCol="0" anchor="ctr"/>
          <a:lstStyle/>
          <a:p>
            <a:endParaRPr lang="fr-FR" sz="1633"/>
          </a:p>
        </p:txBody>
      </p:sp>
      <p:sp>
        <p:nvSpPr>
          <p:cNvPr id="335" name="Espace réservé du contenu 6">
            <a:extLst>
              <a:ext uri="{FF2B5EF4-FFF2-40B4-BE49-F238E27FC236}">
                <a16:creationId xmlns:a16="http://schemas.microsoft.com/office/drawing/2014/main" id="{BA5B37D9-D120-5446-AD89-D430D063A64B}"/>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336" name="Espace réservé du texte 33">
            <a:extLst>
              <a:ext uri="{FF2B5EF4-FFF2-40B4-BE49-F238E27FC236}">
                <a16:creationId xmlns:a16="http://schemas.microsoft.com/office/drawing/2014/main" id="{1545BF28-12B2-134C-B507-4A0BB38C0CC5}"/>
              </a:ext>
            </a:extLst>
          </p:cNvPr>
          <p:cNvSpPr>
            <a:spLocks noGrp="1"/>
          </p:cNvSpPr>
          <p:nvPr>
            <p:ph type="body" sz="quarter" idx="11" hasCustomPrompt="1"/>
          </p:nvPr>
        </p:nvSpPr>
        <p:spPr>
          <a:xfrm>
            <a:off x="9710250" y="247783"/>
            <a:ext cx="2198494" cy="487362"/>
          </a:xfrm>
          <a:prstGeom prst="rect">
            <a:avLst/>
          </a:prstGeom>
        </p:spPr>
        <p:txBody>
          <a:bodyPr lIns="360000" rIns="180000" anchor="ctr"/>
          <a:lstStyle>
            <a:lvl1pPr marL="0" indent="0" algn="r">
              <a:buNone/>
              <a:defRPr lang="fr-FR" sz="1270" kern="1200" cap="all" spc="272" baseline="0" dirty="0">
                <a:solidFill>
                  <a:schemeClr val="lt1"/>
                </a:solidFill>
                <a:latin typeface="Poppins" pitchFamily="2" charset="77"/>
                <a:ea typeface="+mn-ea"/>
                <a:cs typeface="Poppins" pitchFamily="2" charset="77"/>
              </a:defRPr>
            </a:lvl1pPr>
          </a:lstStyle>
          <a:p>
            <a:r>
              <a:rPr lang="fr-FR"/>
              <a:t>Sommaire</a:t>
            </a:r>
          </a:p>
        </p:txBody>
      </p:sp>
      <p:sp>
        <p:nvSpPr>
          <p:cNvPr id="401" name="Forme libre 400">
            <a:extLst>
              <a:ext uri="{FF2B5EF4-FFF2-40B4-BE49-F238E27FC236}">
                <a16:creationId xmlns:a16="http://schemas.microsoft.com/office/drawing/2014/main" id="{E40B0EB9-1923-2B4A-AA49-F15E44DD70E0}"/>
              </a:ext>
            </a:extLst>
          </p:cNvPr>
          <p:cNvSpPr/>
          <p:nvPr userDrawn="1"/>
        </p:nvSpPr>
        <p:spPr>
          <a:xfrm flipH="1" flipV="1">
            <a:off x="2305531" y="735145"/>
            <a:ext cx="2725508" cy="1905324"/>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grpSp>
        <p:nvGrpSpPr>
          <p:cNvPr id="11" name="Groupe 10">
            <a:extLst>
              <a:ext uri="{FF2B5EF4-FFF2-40B4-BE49-F238E27FC236}">
                <a16:creationId xmlns:a16="http://schemas.microsoft.com/office/drawing/2014/main" id="{FC517CD9-9528-8D4E-9EA2-9966E3ADCE0B}"/>
              </a:ext>
            </a:extLst>
          </p:cNvPr>
          <p:cNvGrpSpPr/>
          <p:nvPr userDrawn="1"/>
        </p:nvGrpSpPr>
        <p:grpSpPr>
          <a:xfrm>
            <a:off x="4720891" y="2638720"/>
            <a:ext cx="6162212" cy="2651734"/>
            <a:chOff x="3883328" y="2375300"/>
            <a:chExt cx="5403971" cy="2923046"/>
          </a:xfrm>
        </p:grpSpPr>
        <p:grpSp>
          <p:nvGrpSpPr>
            <p:cNvPr id="425" name="Groupe 424">
              <a:extLst>
                <a:ext uri="{FF2B5EF4-FFF2-40B4-BE49-F238E27FC236}">
                  <a16:creationId xmlns:a16="http://schemas.microsoft.com/office/drawing/2014/main" id="{8FCA8FFA-2646-3648-8D49-34CF7A493A0F}"/>
                </a:ext>
              </a:extLst>
            </p:cNvPr>
            <p:cNvGrpSpPr/>
            <p:nvPr userDrawn="1"/>
          </p:nvGrpSpPr>
          <p:grpSpPr>
            <a:xfrm>
              <a:off x="5207405" y="4848346"/>
              <a:ext cx="4079894" cy="450000"/>
              <a:chOff x="3871885" y="5072448"/>
              <a:chExt cx="4079894" cy="450000"/>
            </a:xfrm>
          </p:grpSpPr>
          <p:sp>
            <p:nvSpPr>
              <p:cNvPr id="441" name="Forme libre 440">
                <a:extLst>
                  <a:ext uri="{FF2B5EF4-FFF2-40B4-BE49-F238E27FC236}">
                    <a16:creationId xmlns:a16="http://schemas.microsoft.com/office/drawing/2014/main" id="{F6317007-0B1F-1B4A-9608-37B7A45BF506}"/>
                  </a:ext>
                </a:extLst>
              </p:cNvPr>
              <p:cNvSpPr>
                <a:spLocks noChangeAspect="1"/>
              </p:cNvSpPr>
              <p:nvPr userDrawn="1"/>
            </p:nvSpPr>
            <p:spPr>
              <a:xfrm flipV="1">
                <a:off x="3871885" y="5072448"/>
                <a:ext cx="512108"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44" name="Connecteur droit 443">
                <a:extLst>
                  <a:ext uri="{FF2B5EF4-FFF2-40B4-BE49-F238E27FC236}">
                    <a16:creationId xmlns:a16="http://schemas.microsoft.com/office/drawing/2014/main" id="{ABD305C8-6537-5741-81EC-71536D84E727}"/>
                  </a:ext>
                </a:extLst>
              </p:cNvPr>
              <p:cNvCxnSpPr>
                <a:cxnSpLocks/>
              </p:cNvCxnSpPr>
              <p:nvPr userDrawn="1"/>
            </p:nvCxnSpPr>
            <p:spPr>
              <a:xfrm>
                <a:off x="4569819" y="5503201"/>
                <a:ext cx="338196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6" name="Groupe 425">
              <a:extLst>
                <a:ext uri="{FF2B5EF4-FFF2-40B4-BE49-F238E27FC236}">
                  <a16:creationId xmlns:a16="http://schemas.microsoft.com/office/drawing/2014/main" id="{8062D530-6956-6242-A39A-17222F314F88}"/>
                </a:ext>
              </a:extLst>
            </p:cNvPr>
            <p:cNvGrpSpPr/>
            <p:nvPr userDrawn="1"/>
          </p:nvGrpSpPr>
          <p:grpSpPr>
            <a:xfrm>
              <a:off x="4788085" y="4024000"/>
              <a:ext cx="4499214" cy="450000"/>
              <a:chOff x="4297944" y="4248102"/>
              <a:chExt cx="4499214" cy="450000"/>
            </a:xfrm>
          </p:grpSpPr>
          <p:sp>
            <p:nvSpPr>
              <p:cNvPr id="437" name="Forme libre 436">
                <a:extLst>
                  <a:ext uri="{FF2B5EF4-FFF2-40B4-BE49-F238E27FC236}">
                    <a16:creationId xmlns:a16="http://schemas.microsoft.com/office/drawing/2014/main" id="{915E4D98-1156-BF4E-9A53-3331A2958000}"/>
                  </a:ext>
                </a:extLst>
              </p:cNvPr>
              <p:cNvSpPr>
                <a:spLocks noChangeAspect="1"/>
              </p:cNvSpPr>
              <p:nvPr userDrawn="1"/>
            </p:nvSpPr>
            <p:spPr>
              <a:xfrm flipV="1">
                <a:off x="4297944" y="4248102"/>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40" name="Connecteur droit 439">
                <a:extLst>
                  <a:ext uri="{FF2B5EF4-FFF2-40B4-BE49-F238E27FC236}">
                    <a16:creationId xmlns:a16="http://schemas.microsoft.com/office/drawing/2014/main" id="{30AF4EE1-7119-4843-8D7B-889536C9CE7C}"/>
                  </a:ext>
                </a:extLst>
              </p:cNvPr>
              <p:cNvCxnSpPr>
                <a:cxnSpLocks/>
              </p:cNvCxnSpPr>
              <p:nvPr userDrawn="1"/>
            </p:nvCxnSpPr>
            <p:spPr>
              <a:xfrm flipV="1">
                <a:off x="4994427" y="4673760"/>
                <a:ext cx="3802731" cy="1"/>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7" name="Groupe 426">
              <a:extLst>
                <a:ext uri="{FF2B5EF4-FFF2-40B4-BE49-F238E27FC236}">
                  <a16:creationId xmlns:a16="http://schemas.microsoft.com/office/drawing/2014/main" id="{0B48F074-507B-BF46-AF5B-9AA9BDA0CB91}"/>
                </a:ext>
              </a:extLst>
            </p:cNvPr>
            <p:cNvGrpSpPr/>
            <p:nvPr userDrawn="1"/>
          </p:nvGrpSpPr>
          <p:grpSpPr>
            <a:xfrm>
              <a:off x="4332245" y="3199649"/>
              <a:ext cx="4955054" cy="450000"/>
              <a:chOff x="4732022" y="3423751"/>
              <a:chExt cx="4955054" cy="450000"/>
            </a:xfrm>
          </p:grpSpPr>
          <p:sp>
            <p:nvSpPr>
              <p:cNvPr id="433" name="Forme libre 432">
                <a:extLst>
                  <a:ext uri="{FF2B5EF4-FFF2-40B4-BE49-F238E27FC236}">
                    <a16:creationId xmlns:a16="http://schemas.microsoft.com/office/drawing/2014/main" id="{A4681B9E-7CCF-C240-B2ED-3867E27E5504}"/>
                  </a:ext>
                </a:extLst>
              </p:cNvPr>
              <p:cNvSpPr>
                <a:spLocks noChangeAspect="1"/>
              </p:cNvSpPr>
              <p:nvPr userDrawn="1"/>
            </p:nvSpPr>
            <p:spPr>
              <a:xfrm flipV="1">
                <a:off x="4732022" y="3423751"/>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6" name="Connecteur droit 435">
                <a:extLst>
                  <a:ext uri="{FF2B5EF4-FFF2-40B4-BE49-F238E27FC236}">
                    <a16:creationId xmlns:a16="http://schemas.microsoft.com/office/drawing/2014/main" id="{C67C739A-A5C9-8F4C-B204-51D6DE1B3568}"/>
                  </a:ext>
                </a:extLst>
              </p:cNvPr>
              <p:cNvCxnSpPr>
                <a:cxnSpLocks/>
              </p:cNvCxnSpPr>
              <p:nvPr userDrawn="1"/>
            </p:nvCxnSpPr>
            <p:spPr>
              <a:xfrm>
                <a:off x="5434656" y="3852061"/>
                <a:ext cx="425242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8" name="Groupe 427">
              <a:extLst>
                <a:ext uri="{FF2B5EF4-FFF2-40B4-BE49-F238E27FC236}">
                  <a16:creationId xmlns:a16="http://schemas.microsoft.com/office/drawing/2014/main" id="{2CD96598-A987-1B4A-A221-7A87DFA04BDF}"/>
                </a:ext>
              </a:extLst>
            </p:cNvPr>
            <p:cNvGrpSpPr/>
            <p:nvPr userDrawn="1"/>
          </p:nvGrpSpPr>
          <p:grpSpPr>
            <a:xfrm>
              <a:off x="3883328" y="2375300"/>
              <a:ext cx="5403971" cy="451697"/>
              <a:chOff x="5139839" y="2599402"/>
              <a:chExt cx="5403971" cy="451697"/>
            </a:xfrm>
          </p:grpSpPr>
          <p:sp>
            <p:nvSpPr>
              <p:cNvPr id="429" name="Forme libre 428">
                <a:extLst>
                  <a:ext uri="{FF2B5EF4-FFF2-40B4-BE49-F238E27FC236}">
                    <a16:creationId xmlns:a16="http://schemas.microsoft.com/office/drawing/2014/main" id="{5733BB63-095C-B343-835F-7AAE9B8EF35C}"/>
                  </a:ext>
                </a:extLst>
              </p:cNvPr>
              <p:cNvSpPr>
                <a:spLocks noChangeAspect="1"/>
              </p:cNvSpPr>
              <p:nvPr userDrawn="1"/>
            </p:nvSpPr>
            <p:spPr>
              <a:xfrm flipV="1">
                <a:off x="5139839" y="2599402"/>
                <a:ext cx="514040" cy="451697"/>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2" name="Connecteur droit 431">
                <a:extLst>
                  <a:ext uri="{FF2B5EF4-FFF2-40B4-BE49-F238E27FC236}">
                    <a16:creationId xmlns:a16="http://schemas.microsoft.com/office/drawing/2014/main" id="{BCE9BCBC-C6E8-224D-8C5A-B83CEA4EA12D}"/>
                  </a:ext>
                </a:extLst>
              </p:cNvPr>
              <p:cNvCxnSpPr>
                <a:cxnSpLocks/>
              </p:cNvCxnSpPr>
              <p:nvPr userDrawn="1"/>
            </p:nvCxnSpPr>
            <p:spPr>
              <a:xfrm>
                <a:off x="5857642" y="3025651"/>
                <a:ext cx="4686168"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sp>
        <p:nvSpPr>
          <p:cNvPr id="32" name="Espace réservé du texte 33">
            <a:extLst>
              <a:ext uri="{FF2B5EF4-FFF2-40B4-BE49-F238E27FC236}">
                <a16:creationId xmlns:a16="http://schemas.microsoft.com/office/drawing/2014/main" id="{422C9712-E195-4E45-A8F9-CD648B1A29F6}"/>
              </a:ext>
            </a:extLst>
          </p:cNvPr>
          <p:cNvSpPr>
            <a:spLocks noGrp="1"/>
          </p:cNvSpPr>
          <p:nvPr>
            <p:ph type="body" sz="quarter" idx="12" hasCustomPrompt="1"/>
          </p:nvPr>
        </p:nvSpPr>
        <p:spPr>
          <a:xfrm>
            <a:off x="5089661" y="2615916"/>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3" name="Espace réservé du texte 33">
            <a:extLst>
              <a:ext uri="{FF2B5EF4-FFF2-40B4-BE49-F238E27FC236}">
                <a16:creationId xmlns:a16="http://schemas.microsoft.com/office/drawing/2014/main" id="{35B4D11C-361D-4C52-BA06-7169C10CFC84}"/>
              </a:ext>
            </a:extLst>
          </p:cNvPr>
          <p:cNvSpPr>
            <a:spLocks noGrp="1"/>
          </p:cNvSpPr>
          <p:nvPr>
            <p:ph type="body" sz="quarter" idx="13" hasCustomPrompt="1"/>
          </p:nvPr>
        </p:nvSpPr>
        <p:spPr>
          <a:xfrm>
            <a:off x="5595289" y="3370032"/>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4" name="Espace réservé du texte 33">
            <a:extLst>
              <a:ext uri="{FF2B5EF4-FFF2-40B4-BE49-F238E27FC236}">
                <a16:creationId xmlns:a16="http://schemas.microsoft.com/office/drawing/2014/main" id="{B832C2BF-BDE7-4239-98BD-6363781FB1CC}"/>
              </a:ext>
            </a:extLst>
          </p:cNvPr>
          <p:cNvSpPr>
            <a:spLocks noGrp="1"/>
          </p:cNvSpPr>
          <p:nvPr>
            <p:ph type="body" sz="quarter" idx="14" hasCustomPrompt="1"/>
          </p:nvPr>
        </p:nvSpPr>
        <p:spPr>
          <a:xfrm>
            <a:off x="6124963" y="4102662"/>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5" name="Espace réservé du texte 33">
            <a:extLst>
              <a:ext uri="{FF2B5EF4-FFF2-40B4-BE49-F238E27FC236}">
                <a16:creationId xmlns:a16="http://schemas.microsoft.com/office/drawing/2014/main" id="{94C3D653-B358-4823-935D-8ED8DF9B3CC6}"/>
              </a:ext>
            </a:extLst>
          </p:cNvPr>
          <p:cNvSpPr>
            <a:spLocks noGrp="1"/>
          </p:cNvSpPr>
          <p:nvPr>
            <p:ph type="body" sz="quarter" idx="15" hasCustomPrompt="1"/>
          </p:nvPr>
        </p:nvSpPr>
        <p:spPr>
          <a:xfrm>
            <a:off x="6621188" y="4862183"/>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24" name="ZoneTexte 23">
            <a:extLst>
              <a:ext uri="{FF2B5EF4-FFF2-40B4-BE49-F238E27FC236}">
                <a16:creationId xmlns:a16="http://schemas.microsoft.com/office/drawing/2014/main" id="{1592B735-51F3-4AEF-BE9F-A96BA1266141}"/>
              </a:ext>
            </a:extLst>
          </p:cNvPr>
          <p:cNvSpPr txBox="1"/>
          <p:nvPr userDrawn="1"/>
        </p:nvSpPr>
        <p:spPr>
          <a:xfrm>
            <a:off x="3510373" y="6607379"/>
            <a:ext cx="5201920" cy="205546"/>
          </a:xfrm>
          <a:prstGeom prst="rect">
            <a:avLst/>
          </a:prstGeom>
          <a:noFill/>
        </p:spPr>
        <p:txBody>
          <a:bodyPr wrap="square" lIns="163293" tIns="32659" rIns="163293" bIns="32659" rtlCol="0" anchor="ctr">
            <a:spAutoFit/>
          </a:bodyPr>
          <a:lstStyle/>
          <a:p>
            <a:pPr marL="0" marR="0" lvl="0" indent="0" algn="ctr" defTabSz="414775" rtl="0" eaLnBrk="1" fontAlgn="auto" latinLnBrk="0" hangingPunct="1">
              <a:lnSpc>
                <a:spcPct val="100000"/>
              </a:lnSpc>
              <a:spcBef>
                <a:spcPts val="0"/>
              </a:spcBef>
              <a:spcAft>
                <a:spcPts val="0"/>
              </a:spcAft>
              <a:buClrTx/>
              <a:buSzTx/>
              <a:buFontTx/>
              <a:buNone/>
              <a:tabLst/>
              <a:defRPr/>
            </a:pPr>
            <a:r>
              <a:rPr lang="fr-FR" sz="907" b="1" i="0" spc="272">
                <a:solidFill>
                  <a:srgbClr val="00964E"/>
                </a:solidFill>
                <a:latin typeface="Poppins" pitchFamily="2" charset="77"/>
                <a:cs typeface="Poppins" pitchFamily="2" charset="77"/>
              </a:rPr>
              <a:t>- </a:t>
            </a:r>
            <a:fld id="{E595FE6F-A4B9-BF42-BDB9-597CDB313134}" type="slidenum">
              <a:rPr lang="fr-FR" sz="816" kern="1200" spc="363" smtClean="0">
                <a:solidFill>
                  <a:schemeClr val="bg1"/>
                </a:solidFill>
                <a:latin typeface="Poppins" pitchFamily="2" charset="77"/>
                <a:ea typeface="+mn-ea"/>
                <a:cs typeface="Poppins" pitchFamily="2" charset="77"/>
              </a:rPr>
              <a:pPr marL="0" marR="0" lvl="0" indent="0" algn="ctr" defTabSz="414775" rtl="0" eaLnBrk="1" fontAlgn="auto" latinLnBrk="0" hangingPunct="1">
                <a:lnSpc>
                  <a:spcPct val="100000"/>
                </a:lnSpc>
                <a:spcBef>
                  <a:spcPts val="0"/>
                </a:spcBef>
                <a:spcAft>
                  <a:spcPts val="0"/>
                </a:spcAft>
                <a:buClrTx/>
                <a:buSzTx/>
                <a:buFontTx/>
                <a:buNone/>
                <a:tabLst/>
                <a:defRPr/>
              </a:pPr>
              <a:t>‹#›</a:t>
            </a:fld>
            <a:r>
              <a:rPr lang="fr-FR" sz="816" kern="1200" spc="363">
                <a:solidFill>
                  <a:srgbClr val="332D2D"/>
                </a:solidFill>
                <a:latin typeface="Poppins" pitchFamily="2" charset="77"/>
                <a:ea typeface="+mn-ea"/>
                <a:cs typeface="Poppins" pitchFamily="2" charset="77"/>
              </a:rPr>
              <a:t> </a:t>
            </a:r>
            <a:r>
              <a:rPr lang="fr-FR" sz="907" b="1" i="0" kern="1200" spc="272">
                <a:solidFill>
                  <a:srgbClr val="00964E"/>
                </a:solidFill>
                <a:latin typeface="Poppins" pitchFamily="2" charset="77"/>
                <a:ea typeface="+mn-ea"/>
                <a:cs typeface="Poppins" pitchFamily="2" charset="77"/>
              </a:rPr>
              <a:t>-</a:t>
            </a:r>
            <a:endParaRPr lang="fr-FR" sz="1633" b="1" i="0" spc="363">
              <a:solidFill>
                <a:srgbClr val="332D2D"/>
              </a:solidFill>
              <a:latin typeface="Poppins" pitchFamily="2" charset="77"/>
              <a:cs typeface="Poppins" pitchFamily="2" charset="77"/>
            </a:endParaRPr>
          </a:p>
        </p:txBody>
      </p:sp>
      <p:sp>
        <p:nvSpPr>
          <p:cNvPr id="25" name="ZoneTexte 24">
            <a:extLst>
              <a:ext uri="{FF2B5EF4-FFF2-40B4-BE49-F238E27FC236}">
                <a16:creationId xmlns:a16="http://schemas.microsoft.com/office/drawing/2014/main" id="{68BC001E-50A4-4BAC-A797-838E884B0204}"/>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3668129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ommaire_x5">
    <p:spTree>
      <p:nvGrpSpPr>
        <p:cNvPr id="1" name=""/>
        <p:cNvGrpSpPr/>
        <p:nvPr/>
      </p:nvGrpSpPr>
      <p:grpSpPr>
        <a:xfrm>
          <a:off x="0" y="0"/>
          <a:ext cx="0" cy="0"/>
          <a:chOff x="0" y="0"/>
          <a:chExt cx="0" cy="0"/>
        </a:xfrm>
      </p:grpSpPr>
      <p:sp>
        <p:nvSpPr>
          <p:cNvPr id="390" name="Forme libre 389">
            <a:extLst>
              <a:ext uri="{FF2B5EF4-FFF2-40B4-BE49-F238E27FC236}">
                <a16:creationId xmlns:a16="http://schemas.microsoft.com/office/drawing/2014/main" id="{8674E2A3-FAAF-3342-ACB4-65CA4BCD3BBB}"/>
              </a:ext>
            </a:extLst>
          </p:cNvPr>
          <p:cNvSpPr>
            <a:spLocks noChangeAspect="1"/>
          </p:cNvSpPr>
          <p:nvPr userDrawn="1"/>
        </p:nvSpPr>
        <p:spPr>
          <a:xfrm>
            <a:off x="0" y="0"/>
            <a:ext cx="7203896" cy="6858295"/>
          </a:xfrm>
          <a:custGeom>
            <a:avLst/>
            <a:gdLst>
              <a:gd name="connsiteX0" fmla="*/ 0 w 466133"/>
              <a:gd name="connsiteY0" fmla="*/ 562823 h 557812"/>
              <a:gd name="connsiteX1" fmla="*/ 0 w 466133"/>
              <a:gd name="connsiteY1" fmla="*/ 0 h 557812"/>
              <a:gd name="connsiteX2" fmla="*/ 173992 w 466133"/>
              <a:gd name="connsiteY2" fmla="*/ 0 h 557812"/>
              <a:gd name="connsiteX3" fmla="*/ 475456 w 466133"/>
              <a:gd name="connsiteY3" fmla="*/ 562823 h 557812"/>
              <a:gd name="connsiteX4" fmla="*/ 0 w 466133"/>
              <a:gd name="connsiteY4" fmla="*/ 562823 h 557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133" h="557812">
                <a:moveTo>
                  <a:pt x="0" y="562823"/>
                </a:moveTo>
                <a:lnTo>
                  <a:pt x="0" y="0"/>
                </a:lnTo>
                <a:lnTo>
                  <a:pt x="173992" y="0"/>
                </a:lnTo>
                <a:lnTo>
                  <a:pt x="475456" y="562823"/>
                </a:lnTo>
                <a:lnTo>
                  <a:pt x="0" y="562823"/>
                </a:lnTo>
                <a:close/>
              </a:path>
            </a:pathLst>
          </a:custGeom>
          <a:blipFill dpi="0" rotWithShape="1">
            <a:blip r:embed="rId2" cstate="print">
              <a:extLst>
                <a:ext uri="{28A0092B-C50C-407E-A947-70E740481C1C}">
                  <a14:useLocalDpi xmlns:a14="http://schemas.microsoft.com/office/drawing/2010/main"/>
                </a:ext>
              </a:extLst>
            </a:blip>
            <a:srcRect/>
            <a:stretch>
              <a:fillRect l="1" b="448"/>
            </a:stretch>
          </a:blipFill>
          <a:ln w="9507" cap="flat">
            <a:noFill/>
            <a:prstDash val="solid"/>
            <a:miter/>
          </a:ln>
          <a:effectLst>
            <a:outerShdw blurRad="190500" dist="38100" algn="l" rotWithShape="0">
              <a:prstClr val="black">
                <a:alpha val="15000"/>
              </a:prstClr>
            </a:outerShdw>
          </a:effectLst>
        </p:spPr>
        <p:txBody>
          <a:bodyPr rtlCol="0" anchor="ctr"/>
          <a:lstStyle/>
          <a:p>
            <a:endParaRPr lang="fr-FR" sz="1633"/>
          </a:p>
        </p:txBody>
      </p:sp>
      <p:sp>
        <p:nvSpPr>
          <p:cNvPr id="335" name="Espace réservé du contenu 6">
            <a:extLst>
              <a:ext uri="{FF2B5EF4-FFF2-40B4-BE49-F238E27FC236}">
                <a16:creationId xmlns:a16="http://schemas.microsoft.com/office/drawing/2014/main" id="{BA5B37D9-D120-5446-AD89-D430D063A64B}"/>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336" name="Espace réservé du texte 33">
            <a:extLst>
              <a:ext uri="{FF2B5EF4-FFF2-40B4-BE49-F238E27FC236}">
                <a16:creationId xmlns:a16="http://schemas.microsoft.com/office/drawing/2014/main" id="{1545BF28-12B2-134C-B507-4A0BB38C0CC5}"/>
              </a:ext>
            </a:extLst>
          </p:cNvPr>
          <p:cNvSpPr>
            <a:spLocks noGrp="1"/>
          </p:cNvSpPr>
          <p:nvPr>
            <p:ph type="body" sz="quarter" idx="11" hasCustomPrompt="1"/>
          </p:nvPr>
        </p:nvSpPr>
        <p:spPr>
          <a:xfrm>
            <a:off x="9710250" y="247783"/>
            <a:ext cx="2198494" cy="487362"/>
          </a:xfrm>
          <a:prstGeom prst="rect">
            <a:avLst/>
          </a:prstGeom>
        </p:spPr>
        <p:txBody>
          <a:bodyPr lIns="360000" rIns="180000" anchor="ctr"/>
          <a:lstStyle>
            <a:lvl1pPr marL="0" indent="0" algn="r">
              <a:buNone/>
              <a:defRPr lang="fr-FR" sz="1270" kern="1200" cap="all" spc="272" baseline="0" dirty="0">
                <a:solidFill>
                  <a:schemeClr val="lt1"/>
                </a:solidFill>
                <a:latin typeface="Poppins" pitchFamily="2" charset="77"/>
                <a:ea typeface="+mn-ea"/>
                <a:cs typeface="Poppins" pitchFamily="2" charset="77"/>
              </a:defRPr>
            </a:lvl1pPr>
          </a:lstStyle>
          <a:p>
            <a:r>
              <a:rPr lang="fr-FR"/>
              <a:t>Sommaire</a:t>
            </a:r>
          </a:p>
        </p:txBody>
      </p:sp>
      <p:sp>
        <p:nvSpPr>
          <p:cNvPr id="401" name="Forme libre 400">
            <a:extLst>
              <a:ext uri="{FF2B5EF4-FFF2-40B4-BE49-F238E27FC236}">
                <a16:creationId xmlns:a16="http://schemas.microsoft.com/office/drawing/2014/main" id="{E40B0EB9-1923-2B4A-AA49-F15E44DD70E0}"/>
              </a:ext>
            </a:extLst>
          </p:cNvPr>
          <p:cNvSpPr/>
          <p:nvPr userDrawn="1"/>
        </p:nvSpPr>
        <p:spPr>
          <a:xfrm flipH="1" flipV="1">
            <a:off x="2305531" y="735145"/>
            <a:ext cx="2725508" cy="1905324"/>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grpSp>
        <p:nvGrpSpPr>
          <p:cNvPr id="11" name="Groupe 10">
            <a:extLst>
              <a:ext uri="{FF2B5EF4-FFF2-40B4-BE49-F238E27FC236}">
                <a16:creationId xmlns:a16="http://schemas.microsoft.com/office/drawing/2014/main" id="{FC517CD9-9528-8D4E-9EA2-9966E3ADCE0B}"/>
              </a:ext>
            </a:extLst>
          </p:cNvPr>
          <p:cNvGrpSpPr/>
          <p:nvPr userDrawn="1"/>
        </p:nvGrpSpPr>
        <p:grpSpPr>
          <a:xfrm>
            <a:off x="4919501" y="2944855"/>
            <a:ext cx="6162212" cy="1903903"/>
            <a:chOff x="3883328" y="2375300"/>
            <a:chExt cx="5403971" cy="2098700"/>
          </a:xfrm>
        </p:grpSpPr>
        <p:grpSp>
          <p:nvGrpSpPr>
            <p:cNvPr id="426" name="Groupe 425">
              <a:extLst>
                <a:ext uri="{FF2B5EF4-FFF2-40B4-BE49-F238E27FC236}">
                  <a16:creationId xmlns:a16="http://schemas.microsoft.com/office/drawing/2014/main" id="{8062D530-6956-6242-A39A-17222F314F88}"/>
                </a:ext>
              </a:extLst>
            </p:cNvPr>
            <p:cNvGrpSpPr/>
            <p:nvPr userDrawn="1"/>
          </p:nvGrpSpPr>
          <p:grpSpPr>
            <a:xfrm>
              <a:off x="4788085" y="4024000"/>
              <a:ext cx="4499214" cy="450000"/>
              <a:chOff x="4297944" y="4248102"/>
              <a:chExt cx="4499214" cy="450000"/>
            </a:xfrm>
          </p:grpSpPr>
          <p:sp>
            <p:nvSpPr>
              <p:cNvPr id="437" name="Forme libre 436">
                <a:extLst>
                  <a:ext uri="{FF2B5EF4-FFF2-40B4-BE49-F238E27FC236}">
                    <a16:creationId xmlns:a16="http://schemas.microsoft.com/office/drawing/2014/main" id="{915E4D98-1156-BF4E-9A53-3331A2958000}"/>
                  </a:ext>
                </a:extLst>
              </p:cNvPr>
              <p:cNvSpPr>
                <a:spLocks noChangeAspect="1"/>
              </p:cNvSpPr>
              <p:nvPr userDrawn="1"/>
            </p:nvSpPr>
            <p:spPr>
              <a:xfrm flipV="1">
                <a:off x="4297944" y="4248102"/>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40" name="Connecteur droit 439">
                <a:extLst>
                  <a:ext uri="{FF2B5EF4-FFF2-40B4-BE49-F238E27FC236}">
                    <a16:creationId xmlns:a16="http://schemas.microsoft.com/office/drawing/2014/main" id="{30AF4EE1-7119-4843-8D7B-889536C9CE7C}"/>
                  </a:ext>
                </a:extLst>
              </p:cNvPr>
              <p:cNvCxnSpPr>
                <a:cxnSpLocks/>
              </p:cNvCxnSpPr>
              <p:nvPr userDrawn="1"/>
            </p:nvCxnSpPr>
            <p:spPr>
              <a:xfrm flipV="1">
                <a:off x="4994427" y="4673760"/>
                <a:ext cx="3802731" cy="1"/>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7" name="Groupe 426">
              <a:extLst>
                <a:ext uri="{FF2B5EF4-FFF2-40B4-BE49-F238E27FC236}">
                  <a16:creationId xmlns:a16="http://schemas.microsoft.com/office/drawing/2014/main" id="{0B48F074-507B-BF46-AF5B-9AA9BDA0CB91}"/>
                </a:ext>
              </a:extLst>
            </p:cNvPr>
            <p:cNvGrpSpPr/>
            <p:nvPr userDrawn="1"/>
          </p:nvGrpSpPr>
          <p:grpSpPr>
            <a:xfrm>
              <a:off x="4332245" y="3199649"/>
              <a:ext cx="4955054" cy="450000"/>
              <a:chOff x="4732022" y="3423751"/>
              <a:chExt cx="4955054" cy="450000"/>
            </a:xfrm>
          </p:grpSpPr>
          <p:sp>
            <p:nvSpPr>
              <p:cNvPr id="433" name="Forme libre 432">
                <a:extLst>
                  <a:ext uri="{FF2B5EF4-FFF2-40B4-BE49-F238E27FC236}">
                    <a16:creationId xmlns:a16="http://schemas.microsoft.com/office/drawing/2014/main" id="{A4681B9E-7CCF-C240-B2ED-3867E27E5504}"/>
                  </a:ext>
                </a:extLst>
              </p:cNvPr>
              <p:cNvSpPr>
                <a:spLocks noChangeAspect="1"/>
              </p:cNvSpPr>
              <p:nvPr userDrawn="1"/>
            </p:nvSpPr>
            <p:spPr>
              <a:xfrm flipV="1">
                <a:off x="4732022" y="3423751"/>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6" name="Connecteur droit 435">
                <a:extLst>
                  <a:ext uri="{FF2B5EF4-FFF2-40B4-BE49-F238E27FC236}">
                    <a16:creationId xmlns:a16="http://schemas.microsoft.com/office/drawing/2014/main" id="{C67C739A-A5C9-8F4C-B204-51D6DE1B3568}"/>
                  </a:ext>
                </a:extLst>
              </p:cNvPr>
              <p:cNvCxnSpPr>
                <a:cxnSpLocks/>
              </p:cNvCxnSpPr>
              <p:nvPr userDrawn="1"/>
            </p:nvCxnSpPr>
            <p:spPr>
              <a:xfrm>
                <a:off x="5434656" y="3852061"/>
                <a:ext cx="425242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8" name="Groupe 427">
              <a:extLst>
                <a:ext uri="{FF2B5EF4-FFF2-40B4-BE49-F238E27FC236}">
                  <a16:creationId xmlns:a16="http://schemas.microsoft.com/office/drawing/2014/main" id="{2CD96598-A987-1B4A-A221-7A87DFA04BDF}"/>
                </a:ext>
              </a:extLst>
            </p:cNvPr>
            <p:cNvGrpSpPr/>
            <p:nvPr userDrawn="1"/>
          </p:nvGrpSpPr>
          <p:grpSpPr>
            <a:xfrm>
              <a:off x="3883328" y="2375300"/>
              <a:ext cx="5403971" cy="451697"/>
              <a:chOff x="5139839" y="2599402"/>
              <a:chExt cx="5403971" cy="451697"/>
            </a:xfrm>
          </p:grpSpPr>
          <p:sp>
            <p:nvSpPr>
              <p:cNvPr id="429" name="Forme libre 428">
                <a:extLst>
                  <a:ext uri="{FF2B5EF4-FFF2-40B4-BE49-F238E27FC236}">
                    <a16:creationId xmlns:a16="http://schemas.microsoft.com/office/drawing/2014/main" id="{5733BB63-095C-B343-835F-7AAE9B8EF35C}"/>
                  </a:ext>
                </a:extLst>
              </p:cNvPr>
              <p:cNvSpPr>
                <a:spLocks noChangeAspect="1"/>
              </p:cNvSpPr>
              <p:nvPr userDrawn="1"/>
            </p:nvSpPr>
            <p:spPr>
              <a:xfrm flipV="1">
                <a:off x="5139839" y="2599402"/>
                <a:ext cx="514040" cy="451697"/>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2" name="Connecteur droit 431">
                <a:extLst>
                  <a:ext uri="{FF2B5EF4-FFF2-40B4-BE49-F238E27FC236}">
                    <a16:creationId xmlns:a16="http://schemas.microsoft.com/office/drawing/2014/main" id="{BCE9BCBC-C6E8-224D-8C5A-B83CEA4EA12D}"/>
                  </a:ext>
                </a:extLst>
              </p:cNvPr>
              <p:cNvCxnSpPr>
                <a:cxnSpLocks/>
              </p:cNvCxnSpPr>
              <p:nvPr userDrawn="1"/>
            </p:nvCxnSpPr>
            <p:spPr>
              <a:xfrm>
                <a:off x="5857642" y="3025651"/>
                <a:ext cx="4686168"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sp>
        <p:nvSpPr>
          <p:cNvPr id="32" name="Espace réservé du texte 33">
            <a:extLst>
              <a:ext uri="{FF2B5EF4-FFF2-40B4-BE49-F238E27FC236}">
                <a16:creationId xmlns:a16="http://schemas.microsoft.com/office/drawing/2014/main" id="{422C9712-E195-4E45-A8F9-CD648B1A29F6}"/>
              </a:ext>
            </a:extLst>
          </p:cNvPr>
          <p:cNvSpPr>
            <a:spLocks noGrp="1"/>
          </p:cNvSpPr>
          <p:nvPr>
            <p:ph type="body" sz="quarter" idx="12" hasCustomPrompt="1"/>
          </p:nvPr>
        </p:nvSpPr>
        <p:spPr>
          <a:xfrm>
            <a:off x="5288271" y="2922051"/>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3" name="Espace réservé du texte 33">
            <a:extLst>
              <a:ext uri="{FF2B5EF4-FFF2-40B4-BE49-F238E27FC236}">
                <a16:creationId xmlns:a16="http://schemas.microsoft.com/office/drawing/2014/main" id="{35B4D11C-361D-4C52-BA06-7169C10CFC84}"/>
              </a:ext>
            </a:extLst>
          </p:cNvPr>
          <p:cNvSpPr>
            <a:spLocks noGrp="1"/>
          </p:cNvSpPr>
          <p:nvPr>
            <p:ph type="body" sz="quarter" idx="13" hasCustomPrompt="1"/>
          </p:nvPr>
        </p:nvSpPr>
        <p:spPr>
          <a:xfrm>
            <a:off x="5793899" y="3676167"/>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4" name="Espace réservé du texte 33">
            <a:extLst>
              <a:ext uri="{FF2B5EF4-FFF2-40B4-BE49-F238E27FC236}">
                <a16:creationId xmlns:a16="http://schemas.microsoft.com/office/drawing/2014/main" id="{B832C2BF-BDE7-4239-98BD-6363781FB1CC}"/>
              </a:ext>
            </a:extLst>
          </p:cNvPr>
          <p:cNvSpPr>
            <a:spLocks noGrp="1"/>
          </p:cNvSpPr>
          <p:nvPr>
            <p:ph type="body" sz="quarter" idx="14" hasCustomPrompt="1"/>
          </p:nvPr>
        </p:nvSpPr>
        <p:spPr>
          <a:xfrm>
            <a:off x="6323574" y="4408797"/>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24" name="ZoneTexte 23">
            <a:extLst>
              <a:ext uri="{FF2B5EF4-FFF2-40B4-BE49-F238E27FC236}">
                <a16:creationId xmlns:a16="http://schemas.microsoft.com/office/drawing/2014/main" id="{1592B735-51F3-4AEF-BE9F-A96BA1266141}"/>
              </a:ext>
            </a:extLst>
          </p:cNvPr>
          <p:cNvSpPr txBox="1"/>
          <p:nvPr userDrawn="1"/>
        </p:nvSpPr>
        <p:spPr>
          <a:xfrm>
            <a:off x="3510373" y="6607379"/>
            <a:ext cx="5201920" cy="205546"/>
          </a:xfrm>
          <a:prstGeom prst="rect">
            <a:avLst/>
          </a:prstGeom>
          <a:noFill/>
        </p:spPr>
        <p:txBody>
          <a:bodyPr wrap="square" lIns="163293" tIns="32659" rIns="163293" bIns="32659" rtlCol="0" anchor="ctr">
            <a:spAutoFit/>
          </a:bodyPr>
          <a:lstStyle/>
          <a:p>
            <a:pPr marL="0" marR="0" lvl="0" indent="0" algn="ctr" defTabSz="414775" rtl="0" eaLnBrk="1" fontAlgn="auto" latinLnBrk="0" hangingPunct="1">
              <a:lnSpc>
                <a:spcPct val="100000"/>
              </a:lnSpc>
              <a:spcBef>
                <a:spcPts val="0"/>
              </a:spcBef>
              <a:spcAft>
                <a:spcPts val="0"/>
              </a:spcAft>
              <a:buClrTx/>
              <a:buSzTx/>
              <a:buFontTx/>
              <a:buNone/>
              <a:tabLst/>
              <a:defRPr/>
            </a:pPr>
            <a:r>
              <a:rPr lang="fr-FR" sz="907" b="1" i="0" spc="272">
                <a:solidFill>
                  <a:srgbClr val="00964E"/>
                </a:solidFill>
                <a:latin typeface="Poppins" pitchFamily="2" charset="77"/>
                <a:cs typeface="Poppins" pitchFamily="2" charset="77"/>
              </a:rPr>
              <a:t>- </a:t>
            </a:r>
            <a:fld id="{E595FE6F-A4B9-BF42-BDB9-597CDB313134}" type="slidenum">
              <a:rPr lang="fr-FR" sz="816" kern="1200" spc="363" smtClean="0">
                <a:solidFill>
                  <a:schemeClr val="bg1"/>
                </a:solidFill>
                <a:latin typeface="Poppins" pitchFamily="2" charset="77"/>
                <a:ea typeface="+mn-ea"/>
                <a:cs typeface="Poppins" pitchFamily="2" charset="77"/>
              </a:rPr>
              <a:pPr marL="0" marR="0" lvl="0" indent="0" algn="ctr" defTabSz="414775" rtl="0" eaLnBrk="1" fontAlgn="auto" latinLnBrk="0" hangingPunct="1">
                <a:lnSpc>
                  <a:spcPct val="100000"/>
                </a:lnSpc>
                <a:spcBef>
                  <a:spcPts val="0"/>
                </a:spcBef>
                <a:spcAft>
                  <a:spcPts val="0"/>
                </a:spcAft>
                <a:buClrTx/>
                <a:buSzTx/>
                <a:buFontTx/>
                <a:buNone/>
                <a:tabLst/>
                <a:defRPr/>
              </a:pPr>
              <a:t>‹#›</a:t>
            </a:fld>
            <a:r>
              <a:rPr lang="fr-FR" sz="816" kern="1200" spc="363">
                <a:solidFill>
                  <a:srgbClr val="332D2D"/>
                </a:solidFill>
                <a:latin typeface="Poppins" pitchFamily="2" charset="77"/>
                <a:ea typeface="+mn-ea"/>
                <a:cs typeface="Poppins" pitchFamily="2" charset="77"/>
              </a:rPr>
              <a:t> </a:t>
            </a:r>
            <a:r>
              <a:rPr lang="fr-FR" sz="907" b="1" i="0" kern="1200" spc="272">
                <a:solidFill>
                  <a:srgbClr val="00964E"/>
                </a:solidFill>
                <a:latin typeface="Poppins" pitchFamily="2" charset="77"/>
                <a:ea typeface="+mn-ea"/>
                <a:cs typeface="Poppins" pitchFamily="2" charset="77"/>
              </a:rPr>
              <a:t>-</a:t>
            </a:r>
            <a:endParaRPr lang="fr-FR" sz="1633" b="1" i="0" spc="363">
              <a:solidFill>
                <a:srgbClr val="332D2D"/>
              </a:solidFill>
              <a:latin typeface="Poppins" pitchFamily="2" charset="77"/>
              <a:cs typeface="Poppins" pitchFamily="2" charset="77"/>
            </a:endParaRPr>
          </a:p>
        </p:txBody>
      </p:sp>
      <p:sp>
        <p:nvSpPr>
          <p:cNvPr id="25" name="ZoneTexte 24">
            <a:extLst>
              <a:ext uri="{FF2B5EF4-FFF2-40B4-BE49-F238E27FC236}">
                <a16:creationId xmlns:a16="http://schemas.microsoft.com/office/drawing/2014/main" id="{E28AA8C1-1E59-44C1-B863-9E436CC1C274}"/>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243844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Sommaire_x5">
    <p:spTree>
      <p:nvGrpSpPr>
        <p:cNvPr id="1" name=""/>
        <p:cNvGrpSpPr/>
        <p:nvPr/>
      </p:nvGrpSpPr>
      <p:grpSpPr>
        <a:xfrm>
          <a:off x="0" y="0"/>
          <a:ext cx="0" cy="0"/>
          <a:chOff x="0" y="0"/>
          <a:chExt cx="0" cy="0"/>
        </a:xfrm>
      </p:grpSpPr>
      <p:sp>
        <p:nvSpPr>
          <p:cNvPr id="390" name="Forme libre 389">
            <a:extLst>
              <a:ext uri="{FF2B5EF4-FFF2-40B4-BE49-F238E27FC236}">
                <a16:creationId xmlns:a16="http://schemas.microsoft.com/office/drawing/2014/main" id="{8674E2A3-FAAF-3342-ACB4-65CA4BCD3BBB}"/>
              </a:ext>
            </a:extLst>
          </p:cNvPr>
          <p:cNvSpPr>
            <a:spLocks noChangeAspect="1"/>
          </p:cNvSpPr>
          <p:nvPr userDrawn="1"/>
        </p:nvSpPr>
        <p:spPr>
          <a:xfrm>
            <a:off x="0" y="0"/>
            <a:ext cx="7203896" cy="6858295"/>
          </a:xfrm>
          <a:custGeom>
            <a:avLst/>
            <a:gdLst>
              <a:gd name="connsiteX0" fmla="*/ 0 w 466133"/>
              <a:gd name="connsiteY0" fmla="*/ 562823 h 557812"/>
              <a:gd name="connsiteX1" fmla="*/ 0 w 466133"/>
              <a:gd name="connsiteY1" fmla="*/ 0 h 557812"/>
              <a:gd name="connsiteX2" fmla="*/ 173992 w 466133"/>
              <a:gd name="connsiteY2" fmla="*/ 0 h 557812"/>
              <a:gd name="connsiteX3" fmla="*/ 475456 w 466133"/>
              <a:gd name="connsiteY3" fmla="*/ 562823 h 557812"/>
              <a:gd name="connsiteX4" fmla="*/ 0 w 466133"/>
              <a:gd name="connsiteY4" fmla="*/ 562823 h 557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133" h="557812">
                <a:moveTo>
                  <a:pt x="0" y="562823"/>
                </a:moveTo>
                <a:lnTo>
                  <a:pt x="0" y="0"/>
                </a:lnTo>
                <a:lnTo>
                  <a:pt x="173992" y="0"/>
                </a:lnTo>
                <a:lnTo>
                  <a:pt x="475456" y="562823"/>
                </a:lnTo>
                <a:lnTo>
                  <a:pt x="0" y="562823"/>
                </a:lnTo>
                <a:close/>
              </a:path>
            </a:pathLst>
          </a:custGeom>
          <a:blipFill dpi="0" rotWithShape="1">
            <a:blip r:embed="rId2" cstate="print">
              <a:extLst>
                <a:ext uri="{28A0092B-C50C-407E-A947-70E740481C1C}">
                  <a14:useLocalDpi xmlns:a14="http://schemas.microsoft.com/office/drawing/2010/main"/>
                </a:ext>
              </a:extLst>
            </a:blip>
            <a:srcRect/>
            <a:stretch>
              <a:fillRect l="1" b="448"/>
            </a:stretch>
          </a:blipFill>
          <a:ln w="9507" cap="flat">
            <a:noFill/>
            <a:prstDash val="solid"/>
            <a:miter/>
          </a:ln>
          <a:effectLst>
            <a:outerShdw blurRad="190500" dist="38100" algn="l" rotWithShape="0">
              <a:prstClr val="black">
                <a:alpha val="15000"/>
              </a:prstClr>
            </a:outerShdw>
          </a:effectLst>
        </p:spPr>
        <p:txBody>
          <a:bodyPr rtlCol="0" anchor="ctr"/>
          <a:lstStyle/>
          <a:p>
            <a:endParaRPr lang="fr-FR" sz="1633"/>
          </a:p>
        </p:txBody>
      </p:sp>
      <p:sp>
        <p:nvSpPr>
          <p:cNvPr id="335" name="Espace réservé du contenu 6">
            <a:extLst>
              <a:ext uri="{FF2B5EF4-FFF2-40B4-BE49-F238E27FC236}">
                <a16:creationId xmlns:a16="http://schemas.microsoft.com/office/drawing/2014/main" id="{BA5B37D9-D120-5446-AD89-D430D063A64B}"/>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336" name="Espace réservé du texte 33">
            <a:extLst>
              <a:ext uri="{FF2B5EF4-FFF2-40B4-BE49-F238E27FC236}">
                <a16:creationId xmlns:a16="http://schemas.microsoft.com/office/drawing/2014/main" id="{1545BF28-12B2-134C-B507-4A0BB38C0CC5}"/>
              </a:ext>
            </a:extLst>
          </p:cNvPr>
          <p:cNvSpPr>
            <a:spLocks noGrp="1"/>
          </p:cNvSpPr>
          <p:nvPr>
            <p:ph type="body" sz="quarter" idx="11" hasCustomPrompt="1"/>
          </p:nvPr>
        </p:nvSpPr>
        <p:spPr>
          <a:xfrm>
            <a:off x="9710250" y="247783"/>
            <a:ext cx="2198494" cy="487362"/>
          </a:xfrm>
          <a:prstGeom prst="rect">
            <a:avLst/>
          </a:prstGeom>
        </p:spPr>
        <p:txBody>
          <a:bodyPr lIns="360000" rIns="180000" anchor="ctr"/>
          <a:lstStyle>
            <a:lvl1pPr marL="0" indent="0" algn="r">
              <a:buNone/>
              <a:defRPr lang="fr-FR" sz="1270" kern="1200" cap="all" spc="272" baseline="0" dirty="0">
                <a:solidFill>
                  <a:schemeClr val="lt1"/>
                </a:solidFill>
                <a:latin typeface="Poppins" pitchFamily="2" charset="77"/>
                <a:ea typeface="+mn-ea"/>
                <a:cs typeface="Poppins" pitchFamily="2" charset="77"/>
              </a:defRPr>
            </a:lvl1pPr>
          </a:lstStyle>
          <a:p>
            <a:r>
              <a:rPr lang="fr-FR"/>
              <a:t>Sommaire</a:t>
            </a:r>
          </a:p>
        </p:txBody>
      </p:sp>
      <p:sp>
        <p:nvSpPr>
          <p:cNvPr id="401" name="Forme libre 400">
            <a:extLst>
              <a:ext uri="{FF2B5EF4-FFF2-40B4-BE49-F238E27FC236}">
                <a16:creationId xmlns:a16="http://schemas.microsoft.com/office/drawing/2014/main" id="{E40B0EB9-1923-2B4A-AA49-F15E44DD70E0}"/>
              </a:ext>
            </a:extLst>
          </p:cNvPr>
          <p:cNvSpPr/>
          <p:nvPr userDrawn="1"/>
        </p:nvSpPr>
        <p:spPr>
          <a:xfrm flipH="1" flipV="1">
            <a:off x="2305531" y="735145"/>
            <a:ext cx="2725508" cy="1905324"/>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grpSp>
        <p:nvGrpSpPr>
          <p:cNvPr id="11" name="Groupe 10">
            <a:extLst>
              <a:ext uri="{FF2B5EF4-FFF2-40B4-BE49-F238E27FC236}">
                <a16:creationId xmlns:a16="http://schemas.microsoft.com/office/drawing/2014/main" id="{FC517CD9-9528-8D4E-9EA2-9966E3ADCE0B}"/>
              </a:ext>
            </a:extLst>
          </p:cNvPr>
          <p:cNvGrpSpPr/>
          <p:nvPr userDrawn="1"/>
        </p:nvGrpSpPr>
        <p:grpSpPr>
          <a:xfrm>
            <a:off x="4944329" y="3013983"/>
            <a:ext cx="6162212" cy="1156066"/>
            <a:chOff x="3883328" y="2375300"/>
            <a:chExt cx="5403971" cy="1274349"/>
          </a:xfrm>
        </p:grpSpPr>
        <p:grpSp>
          <p:nvGrpSpPr>
            <p:cNvPr id="427" name="Groupe 426">
              <a:extLst>
                <a:ext uri="{FF2B5EF4-FFF2-40B4-BE49-F238E27FC236}">
                  <a16:creationId xmlns:a16="http://schemas.microsoft.com/office/drawing/2014/main" id="{0B48F074-507B-BF46-AF5B-9AA9BDA0CB91}"/>
                </a:ext>
              </a:extLst>
            </p:cNvPr>
            <p:cNvGrpSpPr/>
            <p:nvPr userDrawn="1"/>
          </p:nvGrpSpPr>
          <p:grpSpPr>
            <a:xfrm>
              <a:off x="4332245" y="3199649"/>
              <a:ext cx="4955054" cy="450000"/>
              <a:chOff x="4732022" y="3423751"/>
              <a:chExt cx="4955054" cy="450000"/>
            </a:xfrm>
          </p:grpSpPr>
          <p:sp>
            <p:nvSpPr>
              <p:cNvPr id="433" name="Forme libre 432">
                <a:extLst>
                  <a:ext uri="{FF2B5EF4-FFF2-40B4-BE49-F238E27FC236}">
                    <a16:creationId xmlns:a16="http://schemas.microsoft.com/office/drawing/2014/main" id="{A4681B9E-7CCF-C240-B2ED-3867E27E5504}"/>
                  </a:ext>
                </a:extLst>
              </p:cNvPr>
              <p:cNvSpPr>
                <a:spLocks noChangeAspect="1"/>
              </p:cNvSpPr>
              <p:nvPr userDrawn="1"/>
            </p:nvSpPr>
            <p:spPr>
              <a:xfrm flipV="1">
                <a:off x="4732022" y="3423751"/>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6" name="Connecteur droit 435">
                <a:extLst>
                  <a:ext uri="{FF2B5EF4-FFF2-40B4-BE49-F238E27FC236}">
                    <a16:creationId xmlns:a16="http://schemas.microsoft.com/office/drawing/2014/main" id="{C67C739A-A5C9-8F4C-B204-51D6DE1B3568}"/>
                  </a:ext>
                </a:extLst>
              </p:cNvPr>
              <p:cNvCxnSpPr>
                <a:cxnSpLocks/>
              </p:cNvCxnSpPr>
              <p:nvPr userDrawn="1"/>
            </p:nvCxnSpPr>
            <p:spPr>
              <a:xfrm>
                <a:off x="5434656" y="3852061"/>
                <a:ext cx="425242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nvGrpSpPr>
            <p:cNvPr id="428" name="Groupe 427">
              <a:extLst>
                <a:ext uri="{FF2B5EF4-FFF2-40B4-BE49-F238E27FC236}">
                  <a16:creationId xmlns:a16="http://schemas.microsoft.com/office/drawing/2014/main" id="{2CD96598-A987-1B4A-A221-7A87DFA04BDF}"/>
                </a:ext>
              </a:extLst>
            </p:cNvPr>
            <p:cNvGrpSpPr/>
            <p:nvPr userDrawn="1"/>
          </p:nvGrpSpPr>
          <p:grpSpPr>
            <a:xfrm>
              <a:off x="3883328" y="2375300"/>
              <a:ext cx="5403971" cy="451697"/>
              <a:chOff x="5139839" y="2599402"/>
              <a:chExt cx="5403971" cy="451697"/>
            </a:xfrm>
          </p:grpSpPr>
          <p:sp>
            <p:nvSpPr>
              <p:cNvPr id="429" name="Forme libre 428">
                <a:extLst>
                  <a:ext uri="{FF2B5EF4-FFF2-40B4-BE49-F238E27FC236}">
                    <a16:creationId xmlns:a16="http://schemas.microsoft.com/office/drawing/2014/main" id="{5733BB63-095C-B343-835F-7AAE9B8EF35C}"/>
                  </a:ext>
                </a:extLst>
              </p:cNvPr>
              <p:cNvSpPr>
                <a:spLocks noChangeAspect="1"/>
              </p:cNvSpPr>
              <p:nvPr userDrawn="1"/>
            </p:nvSpPr>
            <p:spPr>
              <a:xfrm flipV="1">
                <a:off x="5139839" y="2599402"/>
                <a:ext cx="514040" cy="451697"/>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2" name="Connecteur droit 431">
                <a:extLst>
                  <a:ext uri="{FF2B5EF4-FFF2-40B4-BE49-F238E27FC236}">
                    <a16:creationId xmlns:a16="http://schemas.microsoft.com/office/drawing/2014/main" id="{BCE9BCBC-C6E8-224D-8C5A-B83CEA4EA12D}"/>
                  </a:ext>
                </a:extLst>
              </p:cNvPr>
              <p:cNvCxnSpPr>
                <a:cxnSpLocks/>
              </p:cNvCxnSpPr>
              <p:nvPr userDrawn="1"/>
            </p:nvCxnSpPr>
            <p:spPr>
              <a:xfrm>
                <a:off x="5857642" y="3025651"/>
                <a:ext cx="4686168"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sp>
        <p:nvSpPr>
          <p:cNvPr id="32" name="Espace réservé du texte 33">
            <a:extLst>
              <a:ext uri="{FF2B5EF4-FFF2-40B4-BE49-F238E27FC236}">
                <a16:creationId xmlns:a16="http://schemas.microsoft.com/office/drawing/2014/main" id="{422C9712-E195-4E45-A8F9-CD648B1A29F6}"/>
              </a:ext>
            </a:extLst>
          </p:cNvPr>
          <p:cNvSpPr>
            <a:spLocks noGrp="1"/>
          </p:cNvSpPr>
          <p:nvPr>
            <p:ph type="body" sz="quarter" idx="12" hasCustomPrompt="1"/>
          </p:nvPr>
        </p:nvSpPr>
        <p:spPr>
          <a:xfrm>
            <a:off x="5313099" y="2991179"/>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3" name="Espace réservé du texte 33">
            <a:extLst>
              <a:ext uri="{FF2B5EF4-FFF2-40B4-BE49-F238E27FC236}">
                <a16:creationId xmlns:a16="http://schemas.microsoft.com/office/drawing/2014/main" id="{35B4D11C-361D-4C52-BA06-7169C10CFC84}"/>
              </a:ext>
            </a:extLst>
          </p:cNvPr>
          <p:cNvSpPr>
            <a:spLocks noGrp="1"/>
          </p:cNvSpPr>
          <p:nvPr>
            <p:ph type="body" sz="quarter" idx="13" hasCustomPrompt="1"/>
          </p:nvPr>
        </p:nvSpPr>
        <p:spPr>
          <a:xfrm>
            <a:off x="5818727" y="3745295"/>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24" name="ZoneTexte 23">
            <a:extLst>
              <a:ext uri="{FF2B5EF4-FFF2-40B4-BE49-F238E27FC236}">
                <a16:creationId xmlns:a16="http://schemas.microsoft.com/office/drawing/2014/main" id="{1592B735-51F3-4AEF-BE9F-A96BA1266141}"/>
              </a:ext>
            </a:extLst>
          </p:cNvPr>
          <p:cNvSpPr txBox="1"/>
          <p:nvPr userDrawn="1"/>
        </p:nvSpPr>
        <p:spPr>
          <a:xfrm>
            <a:off x="3510373" y="6607379"/>
            <a:ext cx="5201920" cy="205546"/>
          </a:xfrm>
          <a:prstGeom prst="rect">
            <a:avLst/>
          </a:prstGeom>
          <a:noFill/>
        </p:spPr>
        <p:txBody>
          <a:bodyPr wrap="square" lIns="163293" tIns="32659" rIns="163293" bIns="32659" rtlCol="0" anchor="ctr">
            <a:spAutoFit/>
          </a:bodyPr>
          <a:lstStyle/>
          <a:p>
            <a:pPr marL="0" marR="0" lvl="0" indent="0" algn="ctr" defTabSz="414775" rtl="0" eaLnBrk="1" fontAlgn="auto" latinLnBrk="0" hangingPunct="1">
              <a:lnSpc>
                <a:spcPct val="100000"/>
              </a:lnSpc>
              <a:spcBef>
                <a:spcPts val="0"/>
              </a:spcBef>
              <a:spcAft>
                <a:spcPts val="0"/>
              </a:spcAft>
              <a:buClrTx/>
              <a:buSzTx/>
              <a:buFontTx/>
              <a:buNone/>
              <a:tabLst/>
              <a:defRPr/>
            </a:pPr>
            <a:r>
              <a:rPr lang="fr-FR" sz="907" b="1" i="0" spc="272">
                <a:solidFill>
                  <a:srgbClr val="00964E"/>
                </a:solidFill>
                <a:latin typeface="Poppins" pitchFamily="2" charset="77"/>
                <a:cs typeface="Poppins" pitchFamily="2" charset="77"/>
              </a:rPr>
              <a:t>- </a:t>
            </a:r>
            <a:fld id="{E595FE6F-A4B9-BF42-BDB9-597CDB313134}" type="slidenum">
              <a:rPr lang="fr-FR" sz="816" kern="1200" spc="363" smtClean="0">
                <a:solidFill>
                  <a:schemeClr val="bg1"/>
                </a:solidFill>
                <a:latin typeface="Poppins" pitchFamily="2" charset="77"/>
                <a:ea typeface="+mn-ea"/>
                <a:cs typeface="Poppins" pitchFamily="2" charset="77"/>
              </a:rPr>
              <a:pPr marL="0" marR="0" lvl="0" indent="0" algn="ctr" defTabSz="414775" rtl="0" eaLnBrk="1" fontAlgn="auto" latinLnBrk="0" hangingPunct="1">
                <a:lnSpc>
                  <a:spcPct val="100000"/>
                </a:lnSpc>
                <a:spcBef>
                  <a:spcPts val="0"/>
                </a:spcBef>
                <a:spcAft>
                  <a:spcPts val="0"/>
                </a:spcAft>
                <a:buClrTx/>
                <a:buSzTx/>
                <a:buFontTx/>
                <a:buNone/>
                <a:tabLst/>
                <a:defRPr/>
              </a:pPr>
              <a:t>‹#›</a:t>
            </a:fld>
            <a:r>
              <a:rPr lang="fr-FR" sz="816" kern="1200" spc="363">
                <a:solidFill>
                  <a:srgbClr val="332D2D"/>
                </a:solidFill>
                <a:latin typeface="Poppins" pitchFamily="2" charset="77"/>
                <a:ea typeface="+mn-ea"/>
                <a:cs typeface="Poppins" pitchFamily="2" charset="77"/>
              </a:rPr>
              <a:t> </a:t>
            </a:r>
            <a:r>
              <a:rPr lang="fr-FR" sz="907" b="1" i="0" kern="1200" spc="272">
                <a:solidFill>
                  <a:srgbClr val="00964E"/>
                </a:solidFill>
                <a:latin typeface="Poppins" pitchFamily="2" charset="77"/>
                <a:ea typeface="+mn-ea"/>
                <a:cs typeface="Poppins" pitchFamily="2" charset="77"/>
              </a:rPr>
              <a:t>-</a:t>
            </a:r>
            <a:endParaRPr lang="fr-FR" sz="1633" b="1" i="0" spc="363">
              <a:solidFill>
                <a:srgbClr val="332D2D"/>
              </a:solidFill>
              <a:latin typeface="Poppins" pitchFamily="2" charset="77"/>
              <a:cs typeface="Poppins" pitchFamily="2" charset="77"/>
            </a:endParaRPr>
          </a:p>
        </p:txBody>
      </p:sp>
      <p:sp>
        <p:nvSpPr>
          <p:cNvPr id="25" name="ZoneTexte 24">
            <a:extLst>
              <a:ext uri="{FF2B5EF4-FFF2-40B4-BE49-F238E27FC236}">
                <a16:creationId xmlns:a16="http://schemas.microsoft.com/office/drawing/2014/main" id="{03B00343-37F6-4574-982A-3AB0C7C4A644}"/>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142584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Sommaire_x5">
    <p:spTree>
      <p:nvGrpSpPr>
        <p:cNvPr id="1" name=""/>
        <p:cNvGrpSpPr/>
        <p:nvPr/>
      </p:nvGrpSpPr>
      <p:grpSpPr>
        <a:xfrm>
          <a:off x="0" y="0"/>
          <a:ext cx="0" cy="0"/>
          <a:chOff x="0" y="0"/>
          <a:chExt cx="0" cy="0"/>
        </a:xfrm>
      </p:grpSpPr>
      <p:sp>
        <p:nvSpPr>
          <p:cNvPr id="390" name="Forme libre 389">
            <a:extLst>
              <a:ext uri="{FF2B5EF4-FFF2-40B4-BE49-F238E27FC236}">
                <a16:creationId xmlns:a16="http://schemas.microsoft.com/office/drawing/2014/main" id="{8674E2A3-FAAF-3342-ACB4-65CA4BCD3BBB}"/>
              </a:ext>
            </a:extLst>
          </p:cNvPr>
          <p:cNvSpPr>
            <a:spLocks noChangeAspect="1"/>
          </p:cNvSpPr>
          <p:nvPr userDrawn="1"/>
        </p:nvSpPr>
        <p:spPr>
          <a:xfrm>
            <a:off x="0" y="0"/>
            <a:ext cx="7203896" cy="6858295"/>
          </a:xfrm>
          <a:custGeom>
            <a:avLst/>
            <a:gdLst>
              <a:gd name="connsiteX0" fmla="*/ 0 w 466133"/>
              <a:gd name="connsiteY0" fmla="*/ 562823 h 557812"/>
              <a:gd name="connsiteX1" fmla="*/ 0 w 466133"/>
              <a:gd name="connsiteY1" fmla="*/ 0 h 557812"/>
              <a:gd name="connsiteX2" fmla="*/ 173992 w 466133"/>
              <a:gd name="connsiteY2" fmla="*/ 0 h 557812"/>
              <a:gd name="connsiteX3" fmla="*/ 475456 w 466133"/>
              <a:gd name="connsiteY3" fmla="*/ 562823 h 557812"/>
              <a:gd name="connsiteX4" fmla="*/ 0 w 466133"/>
              <a:gd name="connsiteY4" fmla="*/ 562823 h 557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133" h="557812">
                <a:moveTo>
                  <a:pt x="0" y="562823"/>
                </a:moveTo>
                <a:lnTo>
                  <a:pt x="0" y="0"/>
                </a:lnTo>
                <a:lnTo>
                  <a:pt x="173992" y="0"/>
                </a:lnTo>
                <a:lnTo>
                  <a:pt x="475456" y="562823"/>
                </a:lnTo>
                <a:lnTo>
                  <a:pt x="0" y="562823"/>
                </a:lnTo>
                <a:close/>
              </a:path>
            </a:pathLst>
          </a:custGeom>
          <a:blipFill dpi="0" rotWithShape="1">
            <a:blip r:embed="rId2" cstate="print">
              <a:extLst>
                <a:ext uri="{28A0092B-C50C-407E-A947-70E740481C1C}">
                  <a14:useLocalDpi xmlns:a14="http://schemas.microsoft.com/office/drawing/2010/main"/>
                </a:ext>
              </a:extLst>
            </a:blip>
            <a:srcRect/>
            <a:stretch>
              <a:fillRect l="1" b="448"/>
            </a:stretch>
          </a:blipFill>
          <a:ln w="9507" cap="flat">
            <a:noFill/>
            <a:prstDash val="solid"/>
            <a:miter/>
          </a:ln>
          <a:effectLst>
            <a:outerShdw blurRad="190500" dist="38100" algn="l" rotWithShape="0">
              <a:prstClr val="black">
                <a:alpha val="15000"/>
              </a:prstClr>
            </a:outerShdw>
          </a:effectLst>
        </p:spPr>
        <p:txBody>
          <a:bodyPr rtlCol="0" anchor="ctr"/>
          <a:lstStyle/>
          <a:p>
            <a:endParaRPr lang="fr-FR" sz="1633"/>
          </a:p>
        </p:txBody>
      </p:sp>
      <p:sp>
        <p:nvSpPr>
          <p:cNvPr id="335" name="Espace réservé du contenu 6">
            <a:extLst>
              <a:ext uri="{FF2B5EF4-FFF2-40B4-BE49-F238E27FC236}">
                <a16:creationId xmlns:a16="http://schemas.microsoft.com/office/drawing/2014/main" id="{BA5B37D9-D120-5446-AD89-D430D063A64B}"/>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336" name="Espace réservé du texte 33">
            <a:extLst>
              <a:ext uri="{FF2B5EF4-FFF2-40B4-BE49-F238E27FC236}">
                <a16:creationId xmlns:a16="http://schemas.microsoft.com/office/drawing/2014/main" id="{1545BF28-12B2-134C-B507-4A0BB38C0CC5}"/>
              </a:ext>
            </a:extLst>
          </p:cNvPr>
          <p:cNvSpPr>
            <a:spLocks noGrp="1"/>
          </p:cNvSpPr>
          <p:nvPr>
            <p:ph type="body" sz="quarter" idx="11" hasCustomPrompt="1"/>
          </p:nvPr>
        </p:nvSpPr>
        <p:spPr>
          <a:xfrm>
            <a:off x="9710250" y="247783"/>
            <a:ext cx="2198494" cy="487362"/>
          </a:xfrm>
          <a:prstGeom prst="rect">
            <a:avLst/>
          </a:prstGeom>
        </p:spPr>
        <p:txBody>
          <a:bodyPr lIns="360000" rIns="180000" anchor="ctr"/>
          <a:lstStyle>
            <a:lvl1pPr marL="0" indent="0" algn="r">
              <a:buNone/>
              <a:defRPr lang="fr-FR" sz="1270" kern="1200" cap="all" spc="272" baseline="0" dirty="0">
                <a:solidFill>
                  <a:schemeClr val="lt1"/>
                </a:solidFill>
                <a:latin typeface="Poppins" pitchFamily="2" charset="77"/>
                <a:ea typeface="+mn-ea"/>
                <a:cs typeface="Poppins" pitchFamily="2" charset="77"/>
              </a:defRPr>
            </a:lvl1pPr>
          </a:lstStyle>
          <a:p>
            <a:r>
              <a:rPr lang="fr-FR"/>
              <a:t>SUMMARY</a:t>
            </a:r>
          </a:p>
        </p:txBody>
      </p:sp>
      <p:sp>
        <p:nvSpPr>
          <p:cNvPr id="401" name="Forme libre 400">
            <a:extLst>
              <a:ext uri="{FF2B5EF4-FFF2-40B4-BE49-F238E27FC236}">
                <a16:creationId xmlns:a16="http://schemas.microsoft.com/office/drawing/2014/main" id="{E40B0EB9-1923-2B4A-AA49-F15E44DD70E0}"/>
              </a:ext>
            </a:extLst>
          </p:cNvPr>
          <p:cNvSpPr/>
          <p:nvPr userDrawn="1"/>
        </p:nvSpPr>
        <p:spPr>
          <a:xfrm flipH="1" flipV="1">
            <a:off x="2305531" y="735145"/>
            <a:ext cx="2725508" cy="1905324"/>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grpSp>
        <p:nvGrpSpPr>
          <p:cNvPr id="11" name="Groupe 10">
            <a:extLst>
              <a:ext uri="{FF2B5EF4-FFF2-40B4-BE49-F238E27FC236}">
                <a16:creationId xmlns:a16="http://schemas.microsoft.com/office/drawing/2014/main" id="{FC517CD9-9528-8D4E-9EA2-9966E3ADCE0B}"/>
              </a:ext>
            </a:extLst>
          </p:cNvPr>
          <p:cNvGrpSpPr/>
          <p:nvPr userDrawn="1"/>
        </p:nvGrpSpPr>
        <p:grpSpPr>
          <a:xfrm>
            <a:off x="4720891" y="2638720"/>
            <a:ext cx="6162212" cy="2137066"/>
            <a:chOff x="3883328" y="2375300"/>
            <a:chExt cx="5403971" cy="2355719"/>
          </a:xfrm>
        </p:grpSpPr>
        <p:cxnSp>
          <p:nvCxnSpPr>
            <p:cNvPr id="440" name="Connecteur droit 439">
              <a:extLst>
                <a:ext uri="{FF2B5EF4-FFF2-40B4-BE49-F238E27FC236}">
                  <a16:creationId xmlns:a16="http://schemas.microsoft.com/office/drawing/2014/main" id="{30AF4EE1-7119-4843-8D7B-889536C9CE7C}"/>
                </a:ext>
              </a:extLst>
            </p:cNvPr>
            <p:cNvCxnSpPr>
              <a:cxnSpLocks/>
            </p:cNvCxnSpPr>
            <p:nvPr userDrawn="1"/>
          </p:nvCxnSpPr>
          <p:spPr>
            <a:xfrm flipV="1">
              <a:off x="5484568" y="4731018"/>
              <a:ext cx="3802731" cy="1"/>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433" name="Forme libre 432">
              <a:extLst>
                <a:ext uri="{FF2B5EF4-FFF2-40B4-BE49-F238E27FC236}">
                  <a16:creationId xmlns:a16="http://schemas.microsoft.com/office/drawing/2014/main" id="{A4681B9E-7CCF-C240-B2ED-3867E27E5504}"/>
                </a:ext>
              </a:extLst>
            </p:cNvPr>
            <p:cNvSpPr>
              <a:spLocks noChangeAspect="1"/>
            </p:cNvSpPr>
            <p:nvPr userDrawn="1"/>
          </p:nvSpPr>
          <p:spPr>
            <a:xfrm flipV="1">
              <a:off x="4830093" y="4278477"/>
              <a:ext cx="512109" cy="450000"/>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grpSp>
          <p:nvGrpSpPr>
            <p:cNvPr id="428" name="Groupe 427">
              <a:extLst>
                <a:ext uri="{FF2B5EF4-FFF2-40B4-BE49-F238E27FC236}">
                  <a16:creationId xmlns:a16="http://schemas.microsoft.com/office/drawing/2014/main" id="{2CD96598-A987-1B4A-A221-7A87DFA04BDF}"/>
                </a:ext>
              </a:extLst>
            </p:cNvPr>
            <p:cNvGrpSpPr/>
            <p:nvPr userDrawn="1"/>
          </p:nvGrpSpPr>
          <p:grpSpPr>
            <a:xfrm>
              <a:off x="3883328" y="2375300"/>
              <a:ext cx="5403971" cy="451697"/>
              <a:chOff x="5139839" y="2599402"/>
              <a:chExt cx="5403971" cy="451697"/>
            </a:xfrm>
          </p:grpSpPr>
          <p:sp>
            <p:nvSpPr>
              <p:cNvPr id="429" name="Forme libre 428">
                <a:extLst>
                  <a:ext uri="{FF2B5EF4-FFF2-40B4-BE49-F238E27FC236}">
                    <a16:creationId xmlns:a16="http://schemas.microsoft.com/office/drawing/2014/main" id="{5733BB63-095C-B343-835F-7AAE9B8EF35C}"/>
                  </a:ext>
                </a:extLst>
              </p:cNvPr>
              <p:cNvSpPr>
                <a:spLocks noChangeAspect="1"/>
              </p:cNvSpPr>
              <p:nvPr userDrawn="1"/>
            </p:nvSpPr>
            <p:spPr>
              <a:xfrm flipV="1">
                <a:off x="5139839" y="2599402"/>
                <a:ext cx="514040" cy="451697"/>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281F1F"/>
              </a:solidFill>
              <a:ln w="9505" cap="flat">
                <a:noFill/>
                <a:prstDash val="solid"/>
                <a:miter/>
              </a:ln>
            </p:spPr>
            <p:txBody>
              <a:bodyPr rtlCol="0" anchor="ctr"/>
              <a:lstStyle/>
              <a:p>
                <a:endParaRPr lang="fr-FR" sz="1633">
                  <a:solidFill>
                    <a:srgbClr val="332D2D"/>
                  </a:solidFill>
                </a:endParaRPr>
              </a:p>
            </p:txBody>
          </p:sp>
          <p:cxnSp>
            <p:nvCxnSpPr>
              <p:cNvPr id="432" name="Connecteur droit 431">
                <a:extLst>
                  <a:ext uri="{FF2B5EF4-FFF2-40B4-BE49-F238E27FC236}">
                    <a16:creationId xmlns:a16="http://schemas.microsoft.com/office/drawing/2014/main" id="{BCE9BCBC-C6E8-224D-8C5A-B83CEA4EA12D}"/>
                  </a:ext>
                </a:extLst>
              </p:cNvPr>
              <p:cNvCxnSpPr>
                <a:cxnSpLocks/>
              </p:cNvCxnSpPr>
              <p:nvPr userDrawn="1"/>
            </p:nvCxnSpPr>
            <p:spPr>
              <a:xfrm>
                <a:off x="5857642" y="3025651"/>
                <a:ext cx="4686168"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grpSp>
      </p:grpSp>
      <p:sp>
        <p:nvSpPr>
          <p:cNvPr id="32" name="Espace réservé du texte 33">
            <a:extLst>
              <a:ext uri="{FF2B5EF4-FFF2-40B4-BE49-F238E27FC236}">
                <a16:creationId xmlns:a16="http://schemas.microsoft.com/office/drawing/2014/main" id="{422C9712-E195-4E45-A8F9-CD648B1A29F6}"/>
              </a:ext>
            </a:extLst>
          </p:cNvPr>
          <p:cNvSpPr>
            <a:spLocks noGrp="1"/>
          </p:cNvSpPr>
          <p:nvPr>
            <p:ph type="body" sz="quarter" idx="12" hasCustomPrompt="1"/>
          </p:nvPr>
        </p:nvSpPr>
        <p:spPr>
          <a:xfrm>
            <a:off x="5089661" y="2615916"/>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33" name="Espace réservé du texte 33">
            <a:extLst>
              <a:ext uri="{FF2B5EF4-FFF2-40B4-BE49-F238E27FC236}">
                <a16:creationId xmlns:a16="http://schemas.microsoft.com/office/drawing/2014/main" id="{35B4D11C-361D-4C52-BA06-7169C10CFC84}"/>
              </a:ext>
            </a:extLst>
          </p:cNvPr>
          <p:cNvSpPr>
            <a:spLocks noGrp="1"/>
          </p:cNvSpPr>
          <p:nvPr>
            <p:ph type="body" sz="quarter" idx="13" hasCustomPrompt="1"/>
          </p:nvPr>
        </p:nvSpPr>
        <p:spPr>
          <a:xfrm>
            <a:off x="6096324" y="4337954"/>
            <a:ext cx="3217214" cy="487362"/>
          </a:xfrm>
          <a:prstGeom prst="rect">
            <a:avLst/>
          </a:prstGeom>
        </p:spPr>
        <p:txBody>
          <a:bodyPr lIns="360000" rIns="180000" anchor="ctr"/>
          <a:lstStyle>
            <a:lvl1pPr marL="0" indent="0" algn="l">
              <a:buNone/>
              <a:defRPr lang="fr-FR" sz="2177" b="1" kern="1200" cap="all" spc="0" baseline="0" dirty="0">
                <a:solidFill>
                  <a:srgbClr val="332D2D"/>
                </a:solidFill>
                <a:latin typeface="Poppins" pitchFamily="2" charset="77"/>
                <a:ea typeface="+mn-ea"/>
                <a:cs typeface="Poppins" pitchFamily="2" charset="77"/>
              </a:defRPr>
            </a:lvl1pPr>
          </a:lstStyle>
          <a:p>
            <a:r>
              <a:rPr lang="fr-FR"/>
              <a:t>Sommaire</a:t>
            </a:r>
          </a:p>
        </p:txBody>
      </p:sp>
      <p:sp>
        <p:nvSpPr>
          <p:cNvPr id="20" name="ZoneTexte 19">
            <a:extLst>
              <a:ext uri="{FF2B5EF4-FFF2-40B4-BE49-F238E27FC236}">
                <a16:creationId xmlns:a16="http://schemas.microsoft.com/office/drawing/2014/main" id="{24524D40-9287-4C7B-8C34-78E73F13F2E6}"/>
              </a:ext>
            </a:extLst>
          </p:cNvPr>
          <p:cNvSpPr txBox="1"/>
          <p:nvPr userDrawn="1"/>
        </p:nvSpPr>
        <p:spPr>
          <a:xfrm>
            <a:off x="3510373" y="6607379"/>
            <a:ext cx="5201920" cy="205546"/>
          </a:xfrm>
          <a:prstGeom prst="rect">
            <a:avLst/>
          </a:prstGeom>
          <a:noFill/>
        </p:spPr>
        <p:txBody>
          <a:bodyPr wrap="square" lIns="163293" tIns="32659" rIns="163293" bIns="32659" rtlCol="0" anchor="ctr">
            <a:spAutoFit/>
          </a:bodyPr>
          <a:lstStyle/>
          <a:p>
            <a:pPr marL="0" marR="0" lvl="0" indent="0" algn="ctr" defTabSz="414775" rtl="0" eaLnBrk="1" fontAlgn="auto" latinLnBrk="0" hangingPunct="1">
              <a:lnSpc>
                <a:spcPct val="100000"/>
              </a:lnSpc>
              <a:spcBef>
                <a:spcPts val="0"/>
              </a:spcBef>
              <a:spcAft>
                <a:spcPts val="0"/>
              </a:spcAft>
              <a:buClrTx/>
              <a:buSzTx/>
              <a:buFontTx/>
              <a:buNone/>
              <a:tabLst/>
              <a:defRPr/>
            </a:pPr>
            <a:r>
              <a:rPr lang="fr-FR" sz="907" b="1" i="0" spc="272">
                <a:solidFill>
                  <a:srgbClr val="00964E"/>
                </a:solidFill>
                <a:latin typeface="Poppins" pitchFamily="2" charset="77"/>
                <a:cs typeface="Poppins" pitchFamily="2" charset="77"/>
              </a:rPr>
              <a:t>- </a:t>
            </a:r>
            <a:fld id="{E595FE6F-A4B9-BF42-BDB9-597CDB313134}" type="slidenum">
              <a:rPr lang="fr-FR" sz="816" kern="1200" spc="363" smtClean="0">
                <a:solidFill>
                  <a:schemeClr val="bg1"/>
                </a:solidFill>
                <a:latin typeface="Poppins" pitchFamily="2" charset="77"/>
                <a:ea typeface="+mn-ea"/>
                <a:cs typeface="Poppins" pitchFamily="2" charset="77"/>
              </a:rPr>
              <a:pPr marL="0" marR="0" lvl="0" indent="0" algn="ctr" defTabSz="414775" rtl="0" eaLnBrk="1" fontAlgn="auto" latinLnBrk="0" hangingPunct="1">
                <a:lnSpc>
                  <a:spcPct val="100000"/>
                </a:lnSpc>
                <a:spcBef>
                  <a:spcPts val="0"/>
                </a:spcBef>
                <a:spcAft>
                  <a:spcPts val="0"/>
                </a:spcAft>
                <a:buClrTx/>
                <a:buSzTx/>
                <a:buFontTx/>
                <a:buNone/>
                <a:tabLst/>
                <a:defRPr/>
              </a:pPr>
              <a:t>‹#›</a:t>
            </a:fld>
            <a:r>
              <a:rPr lang="fr-FR" sz="816" kern="1200" spc="363">
                <a:solidFill>
                  <a:srgbClr val="332D2D"/>
                </a:solidFill>
                <a:latin typeface="Poppins" pitchFamily="2" charset="77"/>
                <a:ea typeface="+mn-ea"/>
                <a:cs typeface="Poppins" pitchFamily="2" charset="77"/>
              </a:rPr>
              <a:t> </a:t>
            </a:r>
            <a:r>
              <a:rPr lang="fr-FR" sz="907" b="1" i="0" kern="1200" spc="272">
                <a:solidFill>
                  <a:srgbClr val="00964E"/>
                </a:solidFill>
                <a:latin typeface="Poppins" pitchFamily="2" charset="77"/>
                <a:ea typeface="+mn-ea"/>
                <a:cs typeface="Poppins" pitchFamily="2" charset="77"/>
              </a:rPr>
              <a:t>-</a:t>
            </a:r>
            <a:endParaRPr lang="fr-FR" sz="1633" b="1" i="0" spc="363">
              <a:solidFill>
                <a:srgbClr val="332D2D"/>
              </a:solidFill>
              <a:latin typeface="Poppins" pitchFamily="2" charset="77"/>
              <a:cs typeface="Poppins" pitchFamily="2" charset="77"/>
            </a:endParaRPr>
          </a:p>
        </p:txBody>
      </p:sp>
      <p:sp>
        <p:nvSpPr>
          <p:cNvPr id="16" name="ZoneTexte 15">
            <a:extLst>
              <a:ext uri="{FF2B5EF4-FFF2-40B4-BE49-F238E27FC236}">
                <a16:creationId xmlns:a16="http://schemas.microsoft.com/office/drawing/2014/main" id="{CD8D5562-48F3-48E3-8321-FC3FC2A029C8}"/>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2914546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age_Titre">
    <p:spTree>
      <p:nvGrpSpPr>
        <p:cNvPr id="1" name=""/>
        <p:cNvGrpSpPr/>
        <p:nvPr/>
      </p:nvGrpSpPr>
      <p:grpSpPr>
        <a:xfrm>
          <a:off x="0" y="0"/>
          <a:ext cx="0" cy="0"/>
          <a:chOff x="0" y="0"/>
          <a:chExt cx="0" cy="0"/>
        </a:xfrm>
      </p:grpSpPr>
      <p:sp>
        <p:nvSpPr>
          <p:cNvPr id="32" name="Forme libre 31">
            <a:extLst>
              <a:ext uri="{FF2B5EF4-FFF2-40B4-BE49-F238E27FC236}">
                <a16:creationId xmlns:a16="http://schemas.microsoft.com/office/drawing/2014/main" id="{2A173561-AA81-914F-B803-03CD96D5E72A}"/>
              </a:ext>
            </a:extLst>
          </p:cNvPr>
          <p:cNvSpPr/>
          <p:nvPr userDrawn="1"/>
        </p:nvSpPr>
        <p:spPr>
          <a:xfrm>
            <a:off x="1" y="159"/>
            <a:ext cx="6843696" cy="6834639"/>
          </a:xfrm>
          <a:custGeom>
            <a:avLst/>
            <a:gdLst>
              <a:gd name="connsiteX0" fmla="*/ 0 w 447675"/>
              <a:gd name="connsiteY0" fmla="*/ 0 h 561975"/>
              <a:gd name="connsiteX1" fmla="*/ 0 w 447675"/>
              <a:gd name="connsiteY1" fmla="*/ 567023 h 561975"/>
              <a:gd name="connsiteX2" fmla="*/ 174212 w 447675"/>
              <a:gd name="connsiteY2" fmla="*/ 567023 h 561975"/>
              <a:gd name="connsiteX3" fmla="*/ 456724 w 447675"/>
              <a:gd name="connsiteY3" fmla="*/ 0 h 561975"/>
              <a:gd name="connsiteX4" fmla="*/ 0 w 447675"/>
              <a:gd name="connsiteY4" fmla="*/ 0 h 561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675" h="561975">
                <a:moveTo>
                  <a:pt x="0" y="0"/>
                </a:moveTo>
                <a:lnTo>
                  <a:pt x="0" y="567023"/>
                </a:lnTo>
                <a:lnTo>
                  <a:pt x="174212" y="567023"/>
                </a:lnTo>
                <a:lnTo>
                  <a:pt x="456724" y="0"/>
                </a:lnTo>
                <a:lnTo>
                  <a:pt x="0" y="0"/>
                </a:lnTo>
                <a:close/>
              </a:path>
            </a:pathLst>
          </a:custGeom>
          <a:blipFill>
            <a:blip r:embed="rId2" cstate="hqprint">
              <a:extLst>
                <a:ext uri="{28A0092B-C50C-407E-A947-70E740481C1C}">
                  <a14:useLocalDpi xmlns:a14="http://schemas.microsoft.com/office/drawing/2010/main"/>
                </a:ext>
              </a:extLst>
            </a:blip>
            <a:srcRect/>
            <a:stretch>
              <a:fillRect/>
            </a:stretch>
          </a:blipFill>
          <a:ln w="9525" cap="flat">
            <a:noFill/>
            <a:prstDash val="solid"/>
            <a:miter/>
          </a:ln>
        </p:spPr>
        <p:txBody>
          <a:bodyPr rtlCol="0" anchor="ctr"/>
          <a:lstStyle/>
          <a:p>
            <a:endParaRPr lang="fr-FR" sz="1633"/>
          </a:p>
        </p:txBody>
      </p:sp>
      <p:sp>
        <p:nvSpPr>
          <p:cNvPr id="33" name="Graphique 35">
            <a:extLst>
              <a:ext uri="{FF2B5EF4-FFF2-40B4-BE49-F238E27FC236}">
                <a16:creationId xmlns:a16="http://schemas.microsoft.com/office/drawing/2014/main" id="{FFD6C15A-0B6E-5F4D-B198-88A50520E9E7}"/>
              </a:ext>
            </a:extLst>
          </p:cNvPr>
          <p:cNvSpPr/>
          <p:nvPr userDrawn="1"/>
        </p:nvSpPr>
        <p:spPr>
          <a:xfrm>
            <a:off x="4402624" y="2947991"/>
            <a:ext cx="1204487"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34" name="Connecteur droit 33">
            <a:extLst>
              <a:ext uri="{FF2B5EF4-FFF2-40B4-BE49-F238E27FC236}">
                <a16:creationId xmlns:a16="http://schemas.microsoft.com/office/drawing/2014/main" id="{9C00E6C0-C833-9F48-AB8C-E5067160D3CE}"/>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36" name="Forme libre 35">
            <a:extLst>
              <a:ext uri="{FF2B5EF4-FFF2-40B4-BE49-F238E27FC236}">
                <a16:creationId xmlns:a16="http://schemas.microsoft.com/office/drawing/2014/main" id="{8946180E-7551-0E4A-89E0-35927D6C3E3D}"/>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37" name="Titre 1">
            <a:extLst>
              <a:ext uri="{FF2B5EF4-FFF2-40B4-BE49-F238E27FC236}">
                <a16:creationId xmlns:a16="http://schemas.microsoft.com/office/drawing/2014/main" id="{633978D0-64E2-A849-A790-F6B2AE387B65}"/>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8" name="ZoneTexte 7">
            <a:extLst>
              <a:ext uri="{FF2B5EF4-FFF2-40B4-BE49-F238E27FC236}">
                <a16:creationId xmlns:a16="http://schemas.microsoft.com/office/drawing/2014/main" id="{43E05C42-92AF-41EF-930F-23F25B63101C}"/>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3015833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Page_Titre">
    <p:spTree>
      <p:nvGrpSpPr>
        <p:cNvPr id="1" name=""/>
        <p:cNvGrpSpPr/>
        <p:nvPr/>
      </p:nvGrpSpPr>
      <p:grpSpPr>
        <a:xfrm>
          <a:off x="0" y="0"/>
          <a:ext cx="0" cy="0"/>
          <a:chOff x="0" y="0"/>
          <a:chExt cx="0" cy="0"/>
        </a:xfrm>
      </p:grpSpPr>
      <p:sp>
        <p:nvSpPr>
          <p:cNvPr id="18" name="Forme libre 17">
            <a:extLst>
              <a:ext uri="{FF2B5EF4-FFF2-40B4-BE49-F238E27FC236}">
                <a16:creationId xmlns:a16="http://schemas.microsoft.com/office/drawing/2014/main" id="{66634642-DA95-874E-94A3-765F49912636}"/>
              </a:ext>
            </a:extLst>
          </p:cNvPr>
          <p:cNvSpPr/>
          <p:nvPr userDrawn="1"/>
        </p:nvSpPr>
        <p:spPr>
          <a:xfrm>
            <a:off x="0" y="159"/>
            <a:ext cx="6095999" cy="6834639"/>
          </a:xfrm>
          <a:custGeom>
            <a:avLst/>
            <a:gdLst>
              <a:gd name="connsiteX0" fmla="*/ 0 w 447675"/>
              <a:gd name="connsiteY0" fmla="*/ 0 h 561975"/>
              <a:gd name="connsiteX1" fmla="*/ 0 w 447675"/>
              <a:gd name="connsiteY1" fmla="*/ 567023 h 561975"/>
              <a:gd name="connsiteX2" fmla="*/ 174212 w 447675"/>
              <a:gd name="connsiteY2" fmla="*/ 567023 h 561975"/>
              <a:gd name="connsiteX3" fmla="*/ 456724 w 447675"/>
              <a:gd name="connsiteY3" fmla="*/ 0 h 561975"/>
              <a:gd name="connsiteX4" fmla="*/ 0 w 447675"/>
              <a:gd name="connsiteY4" fmla="*/ 0 h 561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675" h="561975">
                <a:moveTo>
                  <a:pt x="0" y="0"/>
                </a:moveTo>
                <a:lnTo>
                  <a:pt x="0" y="567023"/>
                </a:lnTo>
                <a:lnTo>
                  <a:pt x="174212" y="567023"/>
                </a:lnTo>
                <a:lnTo>
                  <a:pt x="456724" y="0"/>
                </a:lnTo>
                <a:lnTo>
                  <a:pt x="0" y="0"/>
                </a:lnTo>
                <a:close/>
              </a:path>
            </a:pathLst>
          </a:custGeom>
          <a:blipFill>
            <a:blip r:embed="rId2" cstate="print">
              <a:lum bright="-10000"/>
              <a:extLst>
                <a:ext uri="{28A0092B-C50C-407E-A947-70E740481C1C}">
                  <a14:useLocalDpi xmlns:a14="http://schemas.microsoft.com/office/drawing/2010/main"/>
                </a:ext>
              </a:extLst>
            </a:blip>
            <a:srcRect/>
            <a:stretch>
              <a:fillRect/>
            </a:stretch>
          </a:blipFill>
          <a:ln w="9525" cap="flat">
            <a:noFill/>
            <a:prstDash val="solid"/>
            <a:miter/>
          </a:ln>
        </p:spPr>
        <p:txBody>
          <a:bodyPr rtlCol="0" anchor="ctr"/>
          <a:lstStyle/>
          <a:p>
            <a:endParaRPr lang="fr-FR" sz="1633"/>
          </a:p>
        </p:txBody>
      </p:sp>
      <p:sp>
        <p:nvSpPr>
          <p:cNvPr id="19" name="Graphique 35">
            <a:extLst>
              <a:ext uri="{FF2B5EF4-FFF2-40B4-BE49-F238E27FC236}">
                <a16:creationId xmlns:a16="http://schemas.microsoft.com/office/drawing/2014/main" id="{530AF087-F9CE-854C-86DC-1D103FD0FDD4}"/>
              </a:ext>
            </a:extLst>
          </p:cNvPr>
          <p:cNvSpPr/>
          <p:nvPr userDrawn="1"/>
        </p:nvSpPr>
        <p:spPr>
          <a:xfrm>
            <a:off x="4619195" y="2947991"/>
            <a:ext cx="987916"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20" name="Connecteur droit 19">
            <a:extLst>
              <a:ext uri="{FF2B5EF4-FFF2-40B4-BE49-F238E27FC236}">
                <a16:creationId xmlns:a16="http://schemas.microsoft.com/office/drawing/2014/main" id="{095CFFE3-659F-A04D-B126-7061C0A63FA9}"/>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21" name="Forme libre 20">
            <a:extLst>
              <a:ext uri="{FF2B5EF4-FFF2-40B4-BE49-F238E27FC236}">
                <a16:creationId xmlns:a16="http://schemas.microsoft.com/office/drawing/2014/main" id="{6BAE2ABB-7D68-A342-A6A0-EF83EA625E14}"/>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22" name="Titre 1">
            <a:extLst>
              <a:ext uri="{FF2B5EF4-FFF2-40B4-BE49-F238E27FC236}">
                <a16:creationId xmlns:a16="http://schemas.microsoft.com/office/drawing/2014/main" id="{AB159BE4-91B6-A240-9B4F-0C77115B950C}"/>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8" name="ZoneTexte 7">
            <a:extLst>
              <a:ext uri="{FF2B5EF4-FFF2-40B4-BE49-F238E27FC236}">
                <a16:creationId xmlns:a16="http://schemas.microsoft.com/office/drawing/2014/main" id="{BA9C6C14-4932-4263-9387-FABFB73858AB}"/>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613748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Page_Titre">
    <p:spTree>
      <p:nvGrpSpPr>
        <p:cNvPr id="1" name=""/>
        <p:cNvGrpSpPr/>
        <p:nvPr/>
      </p:nvGrpSpPr>
      <p:grpSpPr>
        <a:xfrm>
          <a:off x="0" y="0"/>
          <a:ext cx="0" cy="0"/>
          <a:chOff x="0" y="0"/>
          <a:chExt cx="0" cy="0"/>
        </a:xfrm>
      </p:grpSpPr>
      <p:pic>
        <p:nvPicPr>
          <p:cNvPr id="8" name="Image 7" descr="Une image contenant personne, homme, intérieur, portable&#10;&#10;Description générée automatiquement">
            <a:extLst>
              <a:ext uri="{FF2B5EF4-FFF2-40B4-BE49-F238E27FC236}">
                <a16:creationId xmlns:a16="http://schemas.microsoft.com/office/drawing/2014/main" id="{00ECDBC2-082A-4D1A-BB04-3B3E50FA78E1}"/>
              </a:ext>
            </a:extLst>
          </p:cNvPr>
          <p:cNvPicPr>
            <a:picLocks noChangeAspect="1"/>
          </p:cNvPicPr>
          <p:nvPr userDrawn="1"/>
        </p:nvPicPr>
        <p:blipFill>
          <a:blip r:embed="rId2"/>
          <a:stretch>
            <a:fillRect/>
          </a:stretch>
        </p:blipFill>
        <p:spPr>
          <a:xfrm>
            <a:off x="1" y="0"/>
            <a:ext cx="6096000" cy="6858000"/>
          </a:xfrm>
          <a:prstGeom prst="rect">
            <a:avLst/>
          </a:prstGeom>
        </p:spPr>
      </p:pic>
      <p:sp>
        <p:nvSpPr>
          <p:cNvPr id="19" name="Graphique 35">
            <a:extLst>
              <a:ext uri="{FF2B5EF4-FFF2-40B4-BE49-F238E27FC236}">
                <a16:creationId xmlns:a16="http://schemas.microsoft.com/office/drawing/2014/main" id="{530AF087-F9CE-854C-86DC-1D103FD0FDD4}"/>
              </a:ext>
            </a:extLst>
          </p:cNvPr>
          <p:cNvSpPr/>
          <p:nvPr userDrawn="1"/>
        </p:nvSpPr>
        <p:spPr>
          <a:xfrm>
            <a:off x="4607396" y="2947991"/>
            <a:ext cx="999715"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20" name="Connecteur droit 19">
            <a:extLst>
              <a:ext uri="{FF2B5EF4-FFF2-40B4-BE49-F238E27FC236}">
                <a16:creationId xmlns:a16="http://schemas.microsoft.com/office/drawing/2014/main" id="{095CFFE3-659F-A04D-B126-7061C0A63FA9}"/>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21" name="Forme libre 20">
            <a:extLst>
              <a:ext uri="{FF2B5EF4-FFF2-40B4-BE49-F238E27FC236}">
                <a16:creationId xmlns:a16="http://schemas.microsoft.com/office/drawing/2014/main" id="{6BAE2ABB-7D68-A342-A6A0-EF83EA625E14}"/>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22" name="Titre 1">
            <a:extLst>
              <a:ext uri="{FF2B5EF4-FFF2-40B4-BE49-F238E27FC236}">
                <a16:creationId xmlns:a16="http://schemas.microsoft.com/office/drawing/2014/main" id="{AB159BE4-91B6-A240-9B4F-0C77115B950C}"/>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9" name="ZoneTexte 8">
            <a:extLst>
              <a:ext uri="{FF2B5EF4-FFF2-40B4-BE49-F238E27FC236}">
                <a16:creationId xmlns:a16="http://schemas.microsoft.com/office/drawing/2014/main" id="{FB4DE0E7-711B-43B3-AC48-B16159F4640B}"/>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148188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8_Page_Titre">
    <p:spTree>
      <p:nvGrpSpPr>
        <p:cNvPr id="1" name=""/>
        <p:cNvGrpSpPr/>
        <p:nvPr/>
      </p:nvGrpSpPr>
      <p:grpSpPr>
        <a:xfrm>
          <a:off x="0" y="0"/>
          <a:ext cx="0" cy="0"/>
          <a:chOff x="0" y="0"/>
          <a:chExt cx="0" cy="0"/>
        </a:xfrm>
      </p:grpSpPr>
      <p:pic>
        <p:nvPicPr>
          <p:cNvPr id="19" name="Image 18" descr="Une image contenant personne, homme, regardant, debout&#10;&#10;Description générée automatiquement">
            <a:extLst>
              <a:ext uri="{FF2B5EF4-FFF2-40B4-BE49-F238E27FC236}">
                <a16:creationId xmlns:a16="http://schemas.microsoft.com/office/drawing/2014/main" id="{D16D6965-D91E-429E-92A3-C1AEDFFEB686}"/>
              </a:ext>
            </a:extLst>
          </p:cNvPr>
          <p:cNvPicPr>
            <a:picLocks noChangeAspect="1"/>
          </p:cNvPicPr>
          <p:nvPr userDrawn="1"/>
        </p:nvPicPr>
        <p:blipFill>
          <a:blip r:embed="rId2"/>
          <a:stretch>
            <a:fillRect/>
          </a:stretch>
        </p:blipFill>
        <p:spPr>
          <a:xfrm>
            <a:off x="1" y="0"/>
            <a:ext cx="6095999" cy="6858000"/>
          </a:xfrm>
          <a:prstGeom prst="rect">
            <a:avLst/>
          </a:prstGeom>
        </p:spPr>
      </p:pic>
      <p:sp>
        <p:nvSpPr>
          <p:cNvPr id="12" name="Espace réservé du texte 185">
            <a:extLst>
              <a:ext uri="{FF2B5EF4-FFF2-40B4-BE49-F238E27FC236}">
                <a16:creationId xmlns:a16="http://schemas.microsoft.com/office/drawing/2014/main" id="{B30A2F8C-200D-7B4D-8413-6359AC995DBB}"/>
              </a:ext>
            </a:extLst>
          </p:cNvPr>
          <p:cNvSpPr txBox="1">
            <a:spLocks/>
          </p:cNvSpPr>
          <p:nvPr userDrawn="1"/>
        </p:nvSpPr>
        <p:spPr>
          <a:xfrm>
            <a:off x="5738048" y="4050885"/>
            <a:ext cx="4964971" cy="712339"/>
          </a:xfrm>
          <a:prstGeom prst="rect">
            <a:avLst/>
          </a:prstGeom>
        </p:spPr>
        <p:txBody>
          <a:bodyPr/>
          <a:lstStyle>
            <a:lvl1pPr marL="228602" indent="-228602" algn="l" defTabSz="91440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5" indent="-228602" algn="l" defTabSz="91440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8" indent="-228602" algn="l" defTabSz="91440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11" indent="-228602" algn="l" defTabSz="91440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14" indent="-228602" algn="l" defTabSz="91440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7" indent="-228602" algn="l" defTabSz="91440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20" indent="-228602" algn="l" defTabSz="91440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23" indent="-228602" algn="l" defTabSz="91440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26" indent="-228602" algn="l" defTabSz="91440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1452">
              <a:solidFill>
                <a:srgbClr val="595959"/>
              </a:solidFill>
              <a:latin typeface="Poppins" pitchFamily="2" charset="77"/>
              <a:cs typeface="Poppins" pitchFamily="2" charset="77"/>
            </a:endParaRPr>
          </a:p>
        </p:txBody>
      </p:sp>
      <p:sp>
        <p:nvSpPr>
          <p:cNvPr id="8" name="Graphique 35">
            <a:extLst>
              <a:ext uri="{FF2B5EF4-FFF2-40B4-BE49-F238E27FC236}">
                <a16:creationId xmlns:a16="http://schemas.microsoft.com/office/drawing/2014/main" id="{B2E1F959-481D-AD47-8726-F7CCE739BD66}"/>
              </a:ext>
            </a:extLst>
          </p:cNvPr>
          <p:cNvSpPr/>
          <p:nvPr userDrawn="1"/>
        </p:nvSpPr>
        <p:spPr>
          <a:xfrm>
            <a:off x="4642792" y="2947991"/>
            <a:ext cx="964319"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14" name="Connecteur droit 13">
            <a:extLst>
              <a:ext uri="{FF2B5EF4-FFF2-40B4-BE49-F238E27FC236}">
                <a16:creationId xmlns:a16="http://schemas.microsoft.com/office/drawing/2014/main" id="{A5137929-F210-5F41-8B23-0E0E3582071E}"/>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39" name="Forme libre 38">
            <a:extLst>
              <a:ext uri="{FF2B5EF4-FFF2-40B4-BE49-F238E27FC236}">
                <a16:creationId xmlns:a16="http://schemas.microsoft.com/office/drawing/2014/main" id="{4556017E-526E-C442-8C1E-DF1FCB91FCFF}"/>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10" name="ZoneTexte 9">
            <a:extLst>
              <a:ext uri="{FF2B5EF4-FFF2-40B4-BE49-F238E27FC236}">
                <a16:creationId xmlns:a16="http://schemas.microsoft.com/office/drawing/2014/main" id="{B1C79666-4BA9-4478-B485-FEA4FCC6B27E}"/>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
        <p:nvSpPr>
          <p:cNvPr id="11" name="Titre 1">
            <a:extLst>
              <a:ext uri="{FF2B5EF4-FFF2-40B4-BE49-F238E27FC236}">
                <a16:creationId xmlns:a16="http://schemas.microsoft.com/office/drawing/2014/main" id="{20DFFAB8-3402-483E-9B47-97C6C2E93C29}"/>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Tree>
    <p:extLst>
      <p:ext uri="{BB962C8B-B14F-4D97-AF65-F5344CB8AC3E}">
        <p14:creationId xmlns:p14="http://schemas.microsoft.com/office/powerpoint/2010/main" val="2774291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_Page_Titre">
    <p:spTree>
      <p:nvGrpSpPr>
        <p:cNvPr id="1" name=""/>
        <p:cNvGrpSpPr/>
        <p:nvPr/>
      </p:nvGrpSpPr>
      <p:grpSpPr>
        <a:xfrm>
          <a:off x="0" y="0"/>
          <a:ext cx="0" cy="0"/>
          <a:chOff x="0" y="0"/>
          <a:chExt cx="0" cy="0"/>
        </a:xfrm>
      </p:grpSpPr>
      <p:pic>
        <p:nvPicPr>
          <p:cNvPr id="8" name="Image 7" descr="Une image contenant personne, homme, extérieur, habits&#10;&#10;Description générée automatiquement">
            <a:extLst>
              <a:ext uri="{FF2B5EF4-FFF2-40B4-BE49-F238E27FC236}">
                <a16:creationId xmlns:a16="http://schemas.microsoft.com/office/drawing/2014/main" id="{97AC939F-FD5F-49B2-8D39-ECE5E8150D74}"/>
              </a:ext>
            </a:extLst>
          </p:cNvPr>
          <p:cNvPicPr>
            <a:picLocks noChangeAspect="1"/>
          </p:cNvPicPr>
          <p:nvPr userDrawn="1"/>
        </p:nvPicPr>
        <p:blipFill>
          <a:blip r:embed="rId2"/>
          <a:stretch>
            <a:fillRect/>
          </a:stretch>
        </p:blipFill>
        <p:spPr>
          <a:xfrm>
            <a:off x="1" y="0"/>
            <a:ext cx="6095999" cy="6858000"/>
          </a:xfrm>
          <a:prstGeom prst="rect">
            <a:avLst/>
          </a:prstGeom>
        </p:spPr>
      </p:pic>
      <p:sp>
        <p:nvSpPr>
          <p:cNvPr id="19" name="Graphique 35">
            <a:extLst>
              <a:ext uri="{FF2B5EF4-FFF2-40B4-BE49-F238E27FC236}">
                <a16:creationId xmlns:a16="http://schemas.microsoft.com/office/drawing/2014/main" id="{530AF087-F9CE-854C-86DC-1D103FD0FDD4}"/>
              </a:ext>
            </a:extLst>
          </p:cNvPr>
          <p:cNvSpPr/>
          <p:nvPr userDrawn="1"/>
        </p:nvSpPr>
        <p:spPr>
          <a:xfrm>
            <a:off x="4636893" y="2947991"/>
            <a:ext cx="970218"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20" name="Connecteur droit 19">
            <a:extLst>
              <a:ext uri="{FF2B5EF4-FFF2-40B4-BE49-F238E27FC236}">
                <a16:creationId xmlns:a16="http://schemas.microsoft.com/office/drawing/2014/main" id="{095CFFE3-659F-A04D-B126-7061C0A63FA9}"/>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21" name="Forme libre 20">
            <a:extLst>
              <a:ext uri="{FF2B5EF4-FFF2-40B4-BE49-F238E27FC236}">
                <a16:creationId xmlns:a16="http://schemas.microsoft.com/office/drawing/2014/main" id="{6BAE2ABB-7D68-A342-A6A0-EF83EA625E14}"/>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22" name="Titre 1">
            <a:extLst>
              <a:ext uri="{FF2B5EF4-FFF2-40B4-BE49-F238E27FC236}">
                <a16:creationId xmlns:a16="http://schemas.microsoft.com/office/drawing/2014/main" id="{AB159BE4-91B6-A240-9B4F-0C77115B950C}"/>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9" name="ZoneTexte 8">
            <a:extLst>
              <a:ext uri="{FF2B5EF4-FFF2-40B4-BE49-F238E27FC236}">
                <a16:creationId xmlns:a16="http://schemas.microsoft.com/office/drawing/2014/main" id="{1955796C-085B-42E9-83D1-0DBAD1617329}"/>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2442372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6_Page_Titr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905CB7C-7E79-4F2C-B1D6-ABD7B42D14F7}"/>
              </a:ext>
            </a:extLst>
          </p:cNvPr>
          <p:cNvPicPr>
            <a:picLocks noChangeAspect="1"/>
          </p:cNvPicPr>
          <p:nvPr userDrawn="1"/>
        </p:nvPicPr>
        <p:blipFill>
          <a:blip r:embed="rId2"/>
          <a:srcRect/>
          <a:stretch/>
        </p:blipFill>
        <p:spPr>
          <a:xfrm>
            <a:off x="1" y="222"/>
            <a:ext cx="6096000" cy="6857552"/>
          </a:xfrm>
          <a:prstGeom prst="rect">
            <a:avLst/>
          </a:prstGeom>
        </p:spPr>
      </p:pic>
      <p:sp>
        <p:nvSpPr>
          <p:cNvPr id="19" name="Graphique 35">
            <a:extLst>
              <a:ext uri="{FF2B5EF4-FFF2-40B4-BE49-F238E27FC236}">
                <a16:creationId xmlns:a16="http://schemas.microsoft.com/office/drawing/2014/main" id="{530AF087-F9CE-854C-86DC-1D103FD0FDD4}"/>
              </a:ext>
            </a:extLst>
          </p:cNvPr>
          <p:cNvSpPr/>
          <p:nvPr userDrawn="1"/>
        </p:nvSpPr>
        <p:spPr>
          <a:xfrm>
            <a:off x="4625094" y="2947991"/>
            <a:ext cx="982017"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20" name="Connecteur droit 19">
            <a:extLst>
              <a:ext uri="{FF2B5EF4-FFF2-40B4-BE49-F238E27FC236}">
                <a16:creationId xmlns:a16="http://schemas.microsoft.com/office/drawing/2014/main" id="{095CFFE3-659F-A04D-B126-7061C0A63FA9}"/>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21" name="Forme libre 20">
            <a:extLst>
              <a:ext uri="{FF2B5EF4-FFF2-40B4-BE49-F238E27FC236}">
                <a16:creationId xmlns:a16="http://schemas.microsoft.com/office/drawing/2014/main" id="{6BAE2ABB-7D68-A342-A6A0-EF83EA625E14}"/>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22" name="Titre 1">
            <a:extLst>
              <a:ext uri="{FF2B5EF4-FFF2-40B4-BE49-F238E27FC236}">
                <a16:creationId xmlns:a16="http://schemas.microsoft.com/office/drawing/2014/main" id="{AB159BE4-91B6-A240-9B4F-0C77115B950C}"/>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8" name="ZoneTexte 7">
            <a:extLst>
              <a:ext uri="{FF2B5EF4-FFF2-40B4-BE49-F238E27FC236}">
                <a16:creationId xmlns:a16="http://schemas.microsoft.com/office/drawing/2014/main" id="{B738CF8B-3078-429A-93D9-E8BAC3722123}"/>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2164749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Page_Titre">
    <p:spTree>
      <p:nvGrpSpPr>
        <p:cNvPr id="1" name=""/>
        <p:cNvGrpSpPr/>
        <p:nvPr/>
      </p:nvGrpSpPr>
      <p:grpSpPr>
        <a:xfrm>
          <a:off x="0" y="0"/>
          <a:ext cx="0" cy="0"/>
          <a:chOff x="0" y="0"/>
          <a:chExt cx="0" cy="0"/>
        </a:xfrm>
      </p:grpSpPr>
      <p:pic>
        <p:nvPicPr>
          <p:cNvPr id="8" name="Image 7" descr="Une image contenant personne, portable, assis, ordinateur&#10;&#10;Description générée automatiquement">
            <a:extLst>
              <a:ext uri="{FF2B5EF4-FFF2-40B4-BE49-F238E27FC236}">
                <a16:creationId xmlns:a16="http://schemas.microsoft.com/office/drawing/2014/main" id="{21470803-02A2-49E7-9001-BD43A46A3CA9}"/>
              </a:ext>
            </a:extLst>
          </p:cNvPr>
          <p:cNvPicPr>
            <a:picLocks noChangeAspect="1"/>
          </p:cNvPicPr>
          <p:nvPr userDrawn="1"/>
        </p:nvPicPr>
        <p:blipFill>
          <a:blip r:embed="rId2"/>
          <a:stretch>
            <a:fillRect/>
          </a:stretch>
        </p:blipFill>
        <p:spPr>
          <a:xfrm>
            <a:off x="1" y="0"/>
            <a:ext cx="6096000" cy="6858000"/>
          </a:xfrm>
          <a:prstGeom prst="rect">
            <a:avLst/>
          </a:prstGeom>
        </p:spPr>
      </p:pic>
      <p:sp>
        <p:nvSpPr>
          <p:cNvPr id="27" name="Graphique 35">
            <a:extLst>
              <a:ext uri="{FF2B5EF4-FFF2-40B4-BE49-F238E27FC236}">
                <a16:creationId xmlns:a16="http://schemas.microsoft.com/office/drawing/2014/main" id="{75B7ADB6-13E7-CE4C-AEA0-A097E85D2255}"/>
              </a:ext>
            </a:extLst>
          </p:cNvPr>
          <p:cNvSpPr/>
          <p:nvPr userDrawn="1"/>
        </p:nvSpPr>
        <p:spPr>
          <a:xfrm>
            <a:off x="4619195" y="2947991"/>
            <a:ext cx="987916"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28" name="Connecteur droit 27">
            <a:extLst>
              <a:ext uri="{FF2B5EF4-FFF2-40B4-BE49-F238E27FC236}">
                <a16:creationId xmlns:a16="http://schemas.microsoft.com/office/drawing/2014/main" id="{4F8FDD84-7A6B-574C-8EC3-83390BC43AA6}"/>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29" name="Forme libre 28">
            <a:extLst>
              <a:ext uri="{FF2B5EF4-FFF2-40B4-BE49-F238E27FC236}">
                <a16:creationId xmlns:a16="http://schemas.microsoft.com/office/drawing/2014/main" id="{2506359D-F7D1-034C-8FFD-B10A5BB873BD}"/>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30" name="Titre 1">
            <a:extLst>
              <a:ext uri="{FF2B5EF4-FFF2-40B4-BE49-F238E27FC236}">
                <a16:creationId xmlns:a16="http://schemas.microsoft.com/office/drawing/2014/main" id="{D447CE0C-658E-4646-B1FA-D5D5343431D8}"/>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9" name="ZoneTexte 8">
            <a:extLst>
              <a:ext uri="{FF2B5EF4-FFF2-40B4-BE49-F238E27FC236}">
                <a16:creationId xmlns:a16="http://schemas.microsoft.com/office/drawing/2014/main" id="{8538B556-E7B4-42DD-A0DE-7F880C3F1D92}"/>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2498278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Page_Titre">
    <p:spTree>
      <p:nvGrpSpPr>
        <p:cNvPr id="1" name=""/>
        <p:cNvGrpSpPr/>
        <p:nvPr/>
      </p:nvGrpSpPr>
      <p:grpSpPr>
        <a:xfrm>
          <a:off x="0" y="0"/>
          <a:ext cx="0" cy="0"/>
          <a:chOff x="0" y="0"/>
          <a:chExt cx="0" cy="0"/>
        </a:xfrm>
      </p:grpSpPr>
      <p:sp>
        <p:nvSpPr>
          <p:cNvPr id="18" name="Forme libre 17">
            <a:extLst>
              <a:ext uri="{FF2B5EF4-FFF2-40B4-BE49-F238E27FC236}">
                <a16:creationId xmlns:a16="http://schemas.microsoft.com/office/drawing/2014/main" id="{66634642-DA95-874E-94A3-765F49912636}"/>
              </a:ext>
            </a:extLst>
          </p:cNvPr>
          <p:cNvSpPr/>
          <p:nvPr userDrawn="1"/>
        </p:nvSpPr>
        <p:spPr>
          <a:xfrm>
            <a:off x="1" y="159"/>
            <a:ext cx="6095999" cy="6834639"/>
          </a:xfrm>
          <a:custGeom>
            <a:avLst/>
            <a:gdLst>
              <a:gd name="connsiteX0" fmla="*/ 0 w 447675"/>
              <a:gd name="connsiteY0" fmla="*/ 0 h 561975"/>
              <a:gd name="connsiteX1" fmla="*/ 0 w 447675"/>
              <a:gd name="connsiteY1" fmla="*/ 567023 h 561975"/>
              <a:gd name="connsiteX2" fmla="*/ 174212 w 447675"/>
              <a:gd name="connsiteY2" fmla="*/ 567023 h 561975"/>
              <a:gd name="connsiteX3" fmla="*/ 456724 w 447675"/>
              <a:gd name="connsiteY3" fmla="*/ 0 h 561975"/>
              <a:gd name="connsiteX4" fmla="*/ 0 w 447675"/>
              <a:gd name="connsiteY4" fmla="*/ 0 h 561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675" h="561975">
                <a:moveTo>
                  <a:pt x="0" y="0"/>
                </a:moveTo>
                <a:lnTo>
                  <a:pt x="0" y="567023"/>
                </a:lnTo>
                <a:lnTo>
                  <a:pt x="174212" y="567023"/>
                </a:lnTo>
                <a:lnTo>
                  <a:pt x="456724" y="0"/>
                </a:lnTo>
                <a:lnTo>
                  <a:pt x="0" y="0"/>
                </a:lnTo>
                <a:close/>
              </a:path>
            </a:pathLst>
          </a:custGeom>
          <a:blipFill>
            <a:blip r:embed="rId2" cstate="print">
              <a:lum bright="-10000"/>
              <a:extLst>
                <a:ext uri="{28A0092B-C50C-407E-A947-70E740481C1C}">
                  <a14:useLocalDpi xmlns:a14="http://schemas.microsoft.com/office/drawing/2010/main"/>
                </a:ext>
              </a:extLst>
            </a:blip>
            <a:srcRect/>
            <a:stretch>
              <a:fillRect/>
            </a:stretch>
          </a:blipFill>
          <a:ln w="9525" cap="flat">
            <a:noFill/>
            <a:prstDash val="solid"/>
            <a:miter/>
          </a:ln>
        </p:spPr>
        <p:txBody>
          <a:bodyPr rtlCol="0" anchor="ctr"/>
          <a:lstStyle/>
          <a:p>
            <a:endParaRPr lang="fr-FR" sz="1633"/>
          </a:p>
        </p:txBody>
      </p:sp>
      <p:sp>
        <p:nvSpPr>
          <p:cNvPr id="19" name="Graphique 35">
            <a:extLst>
              <a:ext uri="{FF2B5EF4-FFF2-40B4-BE49-F238E27FC236}">
                <a16:creationId xmlns:a16="http://schemas.microsoft.com/office/drawing/2014/main" id="{530AF087-F9CE-854C-86DC-1D103FD0FDD4}"/>
              </a:ext>
            </a:extLst>
          </p:cNvPr>
          <p:cNvSpPr/>
          <p:nvPr userDrawn="1"/>
        </p:nvSpPr>
        <p:spPr>
          <a:xfrm>
            <a:off x="4613295" y="2947991"/>
            <a:ext cx="993816"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20" name="Connecteur droit 19">
            <a:extLst>
              <a:ext uri="{FF2B5EF4-FFF2-40B4-BE49-F238E27FC236}">
                <a16:creationId xmlns:a16="http://schemas.microsoft.com/office/drawing/2014/main" id="{095CFFE3-659F-A04D-B126-7061C0A63FA9}"/>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21" name="Forme libre 20">
            <a:extLst>
              <a:ext uri="{FF2B5EF4-FFF2-40B4-BE49-F238E27FC236}">
                <a16:creationId xmlns:a16="http://schemas.microsoft.com/office/drawing/2014/main" id="{6BAE2ABB-7D68-A342-A6A0-EF83EA625E14}"/>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22" name="Titre 1">
            <a:extLst>
              <a:ext uri="{FF2B5EF4-FFF2-40B4-BE49-F238E27FC236}">
                <a16:creationId xmlns:a16="http://schemas.microsoft.com/office/drawing/2014/main" id="{AB159BE4-91B6-A240-9B4F-0C77115B950C}"/>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8" name="ZoneTexte 7">
            <a:extLst>
              <a:ext uri="{FF2B5EF4-FFF2-40B4-BE49-F238E27FC236}">
                <a16:creationId xmlns:a16="http://schemas.microsoft.com/office/drawing/2014/main" id="{3DCE532E-573B-44F6-BF86-F165605E5A4F}"/>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728384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Page_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EF108D0-A439-423C-AC58-497D6FEF0CF8}"/>
              </a:ext>
            </a:extLst>
          </p:cNvPr>
          <p:cNvPicPr>
            <a:picLocks noChangeAspect="1"/>
          </p:cNvPicPr>
          <p:nvPr userDrawn="1"/>
        </p:nvPicPr>
        <p:blipFill>
          <a:blip r:embed="rId2"/>
          <a:srcRect/>
          <a:stretch/>
        </p:blipFill>
        <p:spPr>
          <a:xfrm>
            <a:off x="5517" y="159"/>
            <a:ext cx="6090483" cy="6858000"/>
          </a:xfrm>
          <a:prstGeom prst="rect">
            <a:avLst/>
          </a:prstGeom>
        </p:spPr>
      </p:pic>
      <p:sp>
        <p:nvSpPr>
          <p:cNvPr id="19" name="Graphique 35">
            <a:extLst>
              <a:ext uri="{FF2B5EF4-FFF2-40B4-BE49-F238E27FC236}">
                <a16:creationId xmlns:a16="http://schemas.microsoft.com/office/drawing/2014/main" id="{530AF087-F9CE-854C-86DC-1D103FD0FDD4}"/>
              </a:ext>
            </a:extLst>
          </p:cNvPr>
          <p:cNvSpPr/>
          <p:nvPr userDrawn="1"/>
        </p:nvSpPr>
        <p:spPr>
          <a:xfrm>
            <a:off x="4619195" y="2947991"/>
            <a:ext cx="987916"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20" name="Connecteur droit 19">
            <a:extLst>
              <a:ext uri="{FF2B5EF4-FFF2-40B4-BE49-F238E27FC236}">
                <a16:creationId xmlns:a16="http://schemas.microsoft.com/office/drawing/2014/main" id="{095CFFE3-659F-A04D-B126-7061C0A63FA9}"/>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21" name="Forme libre 20">
            <a:extLst>
              <a:ext uri="{FF2B5EF4-FFF2-40B4-BE49-F238E27FC236}">
                <a16:creationId xmlns:a16="http://schemas.microsoft.com/office/drawing/2014/main" id="{6BAE2ABB-7D68-A342-A6A0-EF83EA625E14}"/>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22" name="Titre 1">
            <a:extLst>
              <a:ext uri="{FF2B5EF4-FFF2-40B4-BE49-F238E27FC236}">
                <a16:creationId xmlns:a16="http://schemas.microsoft.com/office/drawing/2014/main" id="{AB159BE4-91B6-A240-9B4F-0C77115B950C}"/>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9" name="ZoneTexte 8">
            <a:extLst>
              <a:ext uri="{FF2B5EF4-FFF2-40B4-BE49-F238E27FC236}">
                <a16:creationId xmlns:a16="http://schemas.microsoft.com/office/drawing/2014/main" id="{E0B7E5E5-F6BA-411F-9A0F-91D1CFFC8E89}"/>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tx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990709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Page_Titre">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336AB79-2402-4D67-B34F-1A766C5DB11E}"/>
              </a:ext>
            </a:extLst>
          </p:cNvPr>
          <p:cNvPicPr>
            <a:picLocks noChangeAspect="1"/>
          </p:cNvPicPr>
          <p:nvPr userDrawn="1"/>
        </p:nvPicPr>
        <p:blipFill>
          <a:blip r:embed="rId2"/>
          <a:srcRect/>
          <a:stretch/>
        </p:blipFill>
        <p:spPr>
          <a:xfrm>
            <a:off x="0" y="0"/>
            <a:ext cx="6096000" cy="6858000"/>
          </a:xfrm>
          <a:prstGeom prst="rect">
            <a:avLst/>
          </a:prstGeom>
        </p:spPr>
      </p:pic>
      <p:sp>
        <p:nvSpPr>
          <p:cNvPr id="8" name="Graphique 35">
            <a:extLst>
              <a:ext uri="{FF2B5EF4-FFF2-40B4-BE49-F238E27FC236}">
                <a16:creationId xmlns:a16="http://schemas.microsoft.com/office/drawing/2014/main" id="{B2E1F959-481D-AD47-8726-F7CCE739BD66}"/>
              </a:ext>
            </a:extLst>
          </p:cNvPr>
          <p:cNvSpPr/>
          <p:nvPr userDrawn="1"/>
        </p:nvSpPr>
        <p:spPr>
          <a:xfrm>
            <a:off x="4636893" y="2947991"/>
            <a:ext cx="970218" cy="857924"/>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rtlCol="0" anchor="ctr"/>
          <a:lstStyle/>
          <a:p>
            <a:endParaRPr lang="fr-FR" sz="1633">
              <a:solidFill>
                <a:srgbClr val="332D2D"/>
              </a:solidFill>
            </a:endParaRPr>
          </a:p>
        </p:txBody>
      </p:sp>
      <p:cxnSp>
        <p:nvCxnSpPr>
          <p:cNvPr id="14" name="Connecteur droit 13">
            <a:extLst>
              <a:ext uri="{FF2B5EF4-FFF2-40B4-BE49-F238E27FC236}">
                <a16:creationId xmlns:a16="http://schemas.microsoft.com/office/drawing/2014/main" id="{A5137929-F210-5F41-8B23-0E0E3582071E}"/>
              </a:ext>
            </a:extLst>
          </p:cNvPr>
          <p:cNvCxnSpPr>
            <a:cxnSpLocks/>
          </p:cNvCxnSpPr>
          <p:nvPr userDrawn="1"/>
        </p:nvCxnSpPr>
        <p:spPr>
          <a:xfrm>
            <a:off x="5738049" y="3880411"/>
            <a:ext cx="5191004"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39" name="Forme libre 38">
            <a:extLst>
              <a:ext uri="{FF2B5EF4-FFF2-40B4-BE49-F238E27FC236}">
                <a16:creationId xmlns:a16="http://schemas.microsoft.com/office/drawing/2014/main" id="{4556017E-526E-C442-8C1E-DF1FCB91FCFF}"/>
              </a:ext>
            </a:extLst>
          </p:cNvPr>
          <p:cNvSpPr/>
          <p:nvPr userDrawn="1"/>
        </p:nvSpPr>
        <p:spPr>
          <a:xfrm flipV="1">
            <a:off x="2317827" y="4360652"/>
            <a:ext cx="2733444" cy="1910872"/>
          </a:xfrm>
          <a:custGeom>
            <a:avLst/>
            <a:gdLst>
              <a:gd name="connsiteX0" fmla="*/ 256956 w 247479"/>
              <a:gd name="connsiteY0" fmla="*/ 1040 h 217452"/>
              <a:gd name="connsiteX1" fmla="*/ 136263 w 247479"/>
              <a:gd name="connsiteY1" fmla="*/ 221045 h 217452"/>
              <a:gd name="connsiteX2" fmla="*/ 128743 w 247479"/>
              <a:gd name="connsiteY2" fmla="*/ 226812 h 217452"/>
              <a:gd name="connsiteX3" fmla="*/ 720 w 247479"/>
              <a:gd name="connsiteY3" fmla="*/ 226812 h 217452"/>
              <a:gd name="connsiteX4" fmla="*/ 2624 w 247479"/>
              <a:gd name="connsiteY4" fmla="*/ 218681 h 217452"/>
              <a:gd name="connsiteX5" fmla="*/ 118178 w 247479"/>
              <a:gd name="connsiteY5" fmla="*/ 7847 h 217452"/>
              <a:gd name="connsiteX6" fmla="*/ 128648 w 247479"/>
              <a:gd name="connsiteY6" fmla="*/ 0 h 217452"/>
              <a:gd name="connsiteX7" fmla="*/ 252959 w 247479"/>
              <a:gd name="connsiteY7" fmla="*/ 0 h 217452"/>
              <a:gd name="connsiteX8" fmla="*/ 256956 w 247479"/>
              <a:gd name="connsiteY8" fmla="*/ 945 h 21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79" h="217452">
                <a:moveTo>
                  <a:pt x="256956" y="1040"/>
                </a:moveTo>
                <a:cubicBezTo>
                  <a:pt x="216408" y="75068"/>
                  <a:pt x="176335" y="148057"/>
                  <a:pt x="136263" y="221045"/>
                </a:cubicBezTo>
                <a:cubicBezTo>
                  <a:pt x="134549" y="224259"/>
                  <a:pt x="133027" y="226812"/>
                  <a:pt x="128743" y="226812"/>
                </a:cubicBezTo>
                <a:lnTo>
                  <a:pt x="720" y="226812"/>
                </a:lnTo>
                <a:cubicBezTo>
                  <a:pt x="-1278" y="222936"/>
                  <a:pt x="1387" y="220950"/>
                  <a:pt x="2624" y="218681"/>
                </a:cubicBezTo>
                <a:lnTo>
                  <a:pt x="118178" y="7847"/>
                </a:lnTo>
                <a:cubicBezTo>
                  <a:pt x="120557" y="3498"/>
                  <a:pt x="122461" y="0"/>
                  <a:pt x="128648" y="0"/>
                </a:cubicBezTo>
                <a:cubicBezTo>
                  <a:pt x="170148" y="0"/>
                  <a:pt x="211554" y="0"/>
                  <a:pt x="252959" y="0"/>
                </a:cubicBezTo>
                <a:cubicBezTo>
                  <a:pt x="254313" y="214"/>
                  <a:pt x="255650" y="530"/>
                  <a:pt x="256956" y="945"/>
                </a:cubicBezTo>
              </a:path>
            </a:pathLst>
          </a:custGeom>
          <a:solidFill>
            <a:srgbClr val="02BB72"/>
          </a:solidFill>
          <a:ln w="9505" cap="flat">
            <a:noFill/>
            <a:prstDash val="solid"/>
            <a:miter/>
          </a:ln>
        </p:spPr>
        <p:txBody>
          <a:bodyPr rtlCol="0" anchor="ctr"/>
          <a:lstStyle/>
          <a:p>
            <a:endParaRPr lang="fr-FR" sz="1633">
              <a:solidFill>
                <a:srgbClr val="595959"/>
              </a:solidFill>
            </a:endParaRPr>
          </a:p>
        </p:txBody>
      </p:sp>
      <p:sp>
        <p:nvSpPr>
          <p:cNvPr id="9" name="Titre 1">
            <a:extLst>
              <a:ext uri="{FF2B5EF4-FFF2-40B4-BE49-F238E27FC236}">
                <a16:creationId xmlns:a16="http://schemas.microsoft.com/office/drawing/2014/main" id="{3D866A54-77CC-674A-99F6-A47E5CF61091}"/>
              </a:ext>
            </a:extLst>
          </p:cNvPr>
          <p:cNvSpPr>
            <a:spLocks noGrp="1"/>
          </p:cNvSpPr>
          <p:nvPr>
            <p:ph type="title" hasCustomPrompt="1"/>
          </p:nvPr>
        </p:nvSpPr>
        <p:spPr>
          <a:xfrm>
            <a:off x="5568492" y="3039687"/>
            <a:ext cx="6037968" cy="778629"/>
          </a:xfrm>
          <a:prstGeom prst="rect">
            <a:avLst/>
          </a:prstGeom>
        </p:spPr>
        <p:txBody>
          <a:bodyPr/>
          <a:lstStyle>
            <a:lvl1pPr marL="0" marR="0" indent="0" algn="l" defTabSz="829549" rtl="0" eaLnBrk="1" fontAlgn="auto" latinLnBrk="0" hangingPunct="1">
              <a:lnSpc>
                <a:spcPct val="90000"/>
              </a:lnSpc>
              <a:spcBef>
                <a:spcPct val="0"/>
              </a:spcBef>
              <a:spcAft>
                <a:spcPts val="0"/>
              </a:spcAft>
              <a:buClrTx/>
              <a:buSzTx/>
              <a:buFontTx/>
              <a:buNone/>
              <a:tabLst/>
              <a:defRPr lang="fr-FR" sz="5443" b="1" kern="1200" cap="all" spc="0" baseline="0" dirty="0">
                <a:solidFill>
                  <a:srgbClr val="332D2D"/>
                </a:solidFill>
                <a:latin typeface="Poppins" pitchFamily="2" charset="77"/>
                <a:ea typeface="+mj-ea"/>
                <a:cs typeface="Poppins" pitchFamily="2" charset="77"/>
              </a:defRPr>
            </a:lvl1pPr>
          </a:lstStyle>
          <a:p>
            <a:pPr marL="0" marR="0" lvl="0" indent="0" algn="l" defTabSz="829549" rtl="0" eaLnBrk="1" fontAlgn="auto" latinLnBrk="0" hangingPunct="1">
              <a:lnSpc>
                <a:spcPct val="90000"/>
              </a:lnSpc>
              <a:spcBef>
                <a:spcPct val="0"/>
              </a:spcBef>
              <a:spcAft>
                <a:spcPts val="0"/>
              </a:spcAft>
              <a:buClrTx/>
              <a:buSzTx/>
              <a:buFontTx/>
              <a:buNone/>
              <a:tabLst/>
              <a:defRPr/>
            </a:pPr>
            <a:r>
              <a:rPr lang="fr-FR"/>
              <a:t>titre</a:t>
            </a:r>
          </a:p>
        </p:txBody>
      </p:sp>
      <p:sp>
        <p:nvSpPr>
          <p:cNvPr id="11" name="ZoneTexte 10">
            <a:extLst>
              <a:ext uri="{FF2B5EF4-FFF2-40B4-BE49-F238E27FC236}">
                <a16:creationId xmlns:a16="http://schemas.microsoft.com/office/drawing/2014/main" id="{3CF7059B-8023-4F4E-A2E4-3F00658C0947}"/>
              </a:ext>
            </a:extLst>
          </p:cNvPr>
          <p:cNvSpPr txBox="1"/>
          <p:nvPr userDrawn="1"/>
        </p:nvSpPr>
        <p:spPr>
          <a:xfrm>
            <a:off x="248020" y="6612153"/>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b="1" i="0" spc="272">
                <a:solidFill>
                  <a:schemeClr val="bg1"/>
                </a:solidFill>
                <a:latin typeface="Poppins" pitchFamily="2" charset="77"/>
                <a:cs typeface="Poppins" pitchFamily="2" charset="77"/>
              </a:rPr>
              <a:t> </a:t>
            </a:r>
            <a:r>
              <a:rPr lang="fr-FR" sz="816">
                <a:solidFill>
                  <a:schemeClr val="bg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rgbClr val="595959"/>
              </a:solidFill>
              <a:latin typeface="Poppins" pitchFamily="2" charset="77"/>
              <a:cs typeface="Poppins" pitchFamily="2" charset="77"/>
            </a:endParaRPr>
          </a:p>
        </p:txBody>
      </p:sp>
    </p:spTree>
    <p:extLst>
      <p:ext uri="{BB962C8B-B14F-4D97-AF65-F5344CB8AC3E}">
        <p14:creationId xmlns:p14="http://schemas.microsoft.com/office/powerpoint/2010/main" val="19896683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Page_Standard">
    <p:spTree>
      <p:nvGrpSpPr>
        <p:cNvPr id="1" name=""/>
        <p:cNvGrpSpPr/>
        <p:nvPr/>
      </p:nvGrpSpPr>
      <p:grpSpPr>
        <a:xfrm>
          <a:off x="0" y="0"/>
          <a:ext cx="0" cy="0"/>
          <a:chOff x="0" y="0"/>
          <a:chExt cx="0" cy="0"/>
        </a:xfrm>
      </p:grpSpPr>
      <p:sp>
        <p:nvSpPr>
          <p:cNvPr id="12" name="Titre 14">
            <a:extLst>
              <a:ext uri="{FF2B5EF4-FFF2-40B4-BE49-F238E27FC236}">
                <a16:creationId xmlns:a16="http://schemas.microsoft.com/office/drawing/2014/main" id="{60E3A428-A201-5542-8680-1B569C6A8B6D}"/>
              </a:ext>
            </a:extLst>
          </p:cNvPr>
          <p:cNvSpPr>
            <a:spLocks noGrp="1"/>
          </p:cNvSpPr>
          <p:nvPr>
            <p:ph type="title"/>
          </p:nvPr>
        </p:nvSpPr>
        <p:spPr>
          <a:xfrm>
            <a:off x="882601" y="285221"/>
            <a:ext cx="8838294" cy="604388"/>
          </a:xfrm>
          <a:prstGeom prst="rect">
            <a:avLst/>
          </a:prstGeom>
        </p:spPr>
        <p:txBody>
          <a:bodyPr/>
          <a:lstStyle>
            <a:lvl1pPr>
              <a:defRPr sz="2903"/>
            </a:lvl1pPr>
          </a:lstStyle>
          <a:p>
            <a:r>
              <a:rPr lang="en-US" noProof="0"/>
              <a:t>Modifiez le style du titre</a:t>
            </a:r>
          </a:p>
        </p:txBody>
      </p:sp>
      <p:sp>
        <p:nvSpPr>
          <p:cNvPr id="11" name="Espace réservé du contenu 6">
            <a:extLst>
              <a:ext uri="{FF2B5EF4-FFF2-40B4-BE49-F238E27FC236}">
                <a16:creationId xmlns:a16="http://schemas.microsoft.com/office/drawing/2014/main" id="{83CCB066-915C-FB49-ABCD-FCB150B0D313}"/>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en-US" sz="1270" kern="1200" spc="363" noProof="0">
              <a:solidFill>
                <a:schemeClr val="lt1"/>
              </a:solidFill>
              <a:latin typeface="Poppins" pitchFamily="2" charset="77"/>
              <a:ea typeface="+mn-ea"/>
              <a:cs typeface="Poppins" pitchFamily="2" charset="77"/>
            </a:endParaRPr>
          </a:p>
        </p:txBody>
      </p:sp>
      <p:sp>
        <p:nvSpPr>
          <p:cNvPr id="18" name="Espace réservé du texte 33">
            <a:extLst>
              <a:ext uri="{FF2B5EF4-FFF2-40B4-BE49-F238E27FC236}">
                <a16:creationId xmlns:a16="http://schemas.microsoft.com/office/drawing/2014/main" id="{86E58462-FBA1-5E49-8918-32FCC0C77391}"/>
              </a:ext>
            </a:extLst>
          </p:cNvPr>
          <p:cNvSpPr>
            <a:spLocks noGrp="1"/>
          </p:cNvSpPr>
          <p:nvPr>
            <p:ph type="body" sz="quarter" idx="11" hasCustomPrompt="1"/>
          </p:nvPr>
        </p:nvSpPr>
        <p:spPr>
          <a:xfrm>
            <a:off x="9417573" y="247783"/>
            <a:ext cx="2491172" cy="487362"/>
          </a:xfrm>
          <a:prstGeom prst="rect">
            <a:avLst/>
          </a:prstGeom>
        </p:spPr>
        <p:txBody>
          <a:bodyPr lIns="360000" rIns="180000" anchor="ctr"/>
          <a:lstStyle>
            <a:lvl1pPr marL="0" indent="0" algn="r">
              <a:buNone/>
              <a:defRPr lang="fr-FR" sz="1270" kern="1200" spc="272" baseline="0" dirty="0">
                <a:solidFill>
                  <a:schemeClr val="lt1"/>
                </a:solidFill>
                <a:latin typeface="Poppins" pitchFamily="2" charset="77"/>
                <a:ea typeface="+mn-ea"/>
                <a:cs typeface="Poppins" pitchFamily="2" charset="77"/>
              </a:defRPr>
            </a:lvl1pPr>
          </a:lstStyle>
          <a:p>
            <a:r>
              <a:rPr lang="en-US" noProof="0"/>
              <a:t>Catégorie</a:t>
            </a:r>
          </a:p>
        </p:txBody>
      </p:sp>
      <p:sp>
        <p:nvSpPr>
          <p:cNvPr id="10" name="Espace réservé du texte 9">
            <a:extLst>
              <a:ext uri="{FF2B5EF4-FFF2-40B4-BE49-F238E27FC236}">
                <a16:creationId xmlns:a16="http://schemas.microsoft.com/office/drawing/2014/main" id="{0EC7B427-5BAB-5D4A-AEC9-C9D465B2AA81}"/>
              </a:ext>
            </a:extLst>
          </p:cNvPr>
          <p:cNvSpPr>
            <a:spLocks noGrp="1"/>
          </p:cNvSpPr>
          <p:nvPr>
            <p:ph type="body" sz="quarter" idx="13" hasCustomPrompt="1"/>
          </p:nvPr>
        </p:nvSpPr>
        <p:spPr>
          <a:xfrm>
            <a:off x="410512" y="916185"/>
            <a:ext cx="9294230" cy="508288"/>
          </a:xfrm>
          <a:prstGeom prst="rect">
            <a:avLst/>
          </a:prstGeom>
        </p:spPr>
        <p:txBody>
          <a:bodyPr/>
          <a:lstStyle>
            <a:lvl1pPr marL="0" indent="0">
              <a:buNone/>
              <a:defRPr sz="1633" b="0" i="0">
                <a:solidFill>
                  <a:srgbClr val="595959"/>
                </a:solidFill>
                <a:latin typeface="Poppins" pitchFamily="2" charset="77"/>
                <a:cs typeface="Poppins" pitchFamily="2" charset="77"/>
              </a:defRPr>
            </a:lvl1pPr>
          </a:lstStyle>
          <a:p>
            <a:r>
              <a:rPr lang="en-US" noProof="0"/>
              <a:t>Phrase introductive et texte /mise en avant</a:t>
            </a:r>
          </a:p>
        </p:txBody>
      </p:sp>
      <p:grpSp>
        <p:nvGrpSpPr>
          <p:cNvPr id="6" name="Groupe 5">
            <a:extLst>
              <a:ext uri="{FF2B5EF4-FFF2-40B4-BE49-F238E27FC236}">
                <a16:creationId xmlns:a16="http://schemas.microsoft.com/office/drawing/2014/main" id="{D2BB7FE4-B47D-064E-B9B1-EDB8184D0BDD}"/>
              </a:ext>
            </a:extLst>
          </p:cNvPr>
          <p:cNvGrpSpPr/>
          <p:nvPr userDrawn="1"/>
        </p:nvGrpSpPr>
        <p:grpSpPr>
          <a:xfrm>
            <a:off x="513140" y="367416"/>
            <a:ext cx="5583765" cy="418614"/>
            <a:chOff x="450000" y="396000"/>
            <a:chExt cx="4896700" cy="461444"/>
          </a:xfrm>
        </p:grpSpPr>
        <p:cxnSp>
          <p:nvCxnSpPr>
            <p:cNvPr id="7" name="Connecteur droit 6">
              <a:extLst>
                <a:ext uri="{FF2B5EF4-FFF2-40B4-BE49-F238E27FC236}">
                  <a16:creationId xmlns:a16="http://schemas.microsoft.com/office/drawing/2014/main" id="{E5B4242A-64B6-0F4E-A7CA-FB28E101AECF}"/>
                </a:ext>
              </a:extLst>
            </p:cNvPr>
            <p:cNvCxnSpPr>
              <a:cxnSpLocks/>
            </p:cNvCxnSpPr>
            <p:nvPr/>
          </p:nvCxnSpPr>
          <p:spPr>
            <a:xfrm>
              <a:off x="450000" y="857444"/>
              <a:ext cx="489670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8" name="Graphique 35">
              <a:extLst>
                <a:ext uri="{FF2B5EF4-FFF2-40B4-BE49-F238E27FC236}">
                  <a16:creationId xmlns:a16="http://schemas.microsoft.com/office/drawing/2014/main" id="{74936F75-E85E-DD4A-964D-E3F037973602}"/>
                </a:ext>
              </a:extLst>
            </p:cNvPr>
            <p:cNvSpPr>
              <a:spLocks noChangeAspect="1"/>
            </p:cNvSpPr>
            <p:nvPr/>
          </p:nvSpPr>
          <p:spPr>
            <a:xfrm>
              <a:off x="450000" y="396000"/>
              <a:ext cx="306000" cy="273966"/>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lIns="0" tIns="0" rIns="0" bIns="0" rtlCol="0" anchor="ctr"/>
            <a:lstStyle/>
            <a:p>
              <a:endParaRPr lang="en-US" sz="1633" noProof="0">
                <a:solidFill>
                  <a:srgbClr val="332D2D"/>
                </a:solidFill>
              </a:endParaRPr>
            </a:p>
          </p:txBody>
        </p:sp>
      </p:grpSp>
    </p:spTree>
    <p:extLst>
      <p:ext uri="{BB962C8B-B14F-4D97-AF65-F5344CB8AC3E}">
        <p14:creationId xmlns:p14="http://schemas.microsoft.com/office/powerpoint/2010/main" val="8939489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3.1_Page_Standard">
    <p:spTree>
      <p:nvGrpSpPr>
        <p:cNvPr id="1" name=""/>
        <p:cNvGrpSpPr/>
        <p:nvPr/>
      </p:nvGrpSpPr>
      <p:grpSpPr>
        <a:xfrm>
          <a:off x="0" y="0"/>
          <a:ext cx="0" cy="0"/>
          <a:chOff x="0" y="0"/>
          <a:chExt cx="0" cy="0"/>
        </a:xfrm>
      </p:grpSpPr>
      <p:sp>
        <p:nvSpPr>
          <p:cNvPr id="12" name="Titre 14">
            <a:extLst>
              <a:ext uri="{FF2B5EF4-FFF2-40B4-BE49-F238E27FC236}">
                <a16:creationId xmlns:a16="http://schemas.microsoft.com/office/drawing/2014/main" id="{60E3A428-A201-5542-8680-1B569C6A8B6D}"/>
              </a:ext>
            </a:extLst>
          </p:cNvPr>
          <p:cNvSpPr>
            <a:spLocks noGrp="1"/>
          </p:cNvSpPr>
          <p:nvPr>
            <p:ph type="title"/>
          </p:nvPr>
        </p:nvSpPr>
        <p:spPr>
          <a:xfrm>
            <a:off x="882601" y="285221"/>
            <a:ext cx="8838294" cy="604388"/>
          </a:xfrm>
          <a:prstGeom prst="rect">
            <a:avLst/>
          </a:prstGeom>
        </p:spPr>
        <p:txBody>
          <a:bodyPr/>
          <a:lstStyle>
            <a:lvl1pPr>
              <a:defRPr sz="2903"/>
            </a:lvl1pPr>
          </a:lstStyle>
          <a:p>
            <a:r>
              <a:rPr lang="fr-FR"/>
              <a:t>Modifiez le style du titre</a:t>
            </a:r>
          </a:p>
        </p:txBody>
      </p:sp>
      <p:sp>
        <p:nvSpPr>
          <p:cNvPr id="11" name="Espace réservé du contenu 6">
            <a:extLst>
              <a:ext uri="{FF2B5EF4-FFF2-40B4-BE49-F238E27FC236}">
                <a16:creationId xmlns:a16="http://schemas.microsoft.com/office/drawing/2014/main" id="{83CCB066-915C-FB49-ABCD-FCB150B0D313}"/>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18" name="Espace réservé du texte 33">
            <a:extLst>
              <a:ext uri="{FF2B5EF4-FFF2-40B4-BE49-F238E27FC236}">
                <a16:creationId xmlns:a16="http://schemas.microsoft.com/office/drawing/2014/main" id="{86E58462-FBA1-5E49-8918-32FCC0C77391}"/>
              </a:ext>
            </a:extLst>
          </p:cNvPr>
          <p:cNvSpPr>
            <a:spLocks noGrp="1"/>
          </p:cNvSpPr>
          <p:nvPr>
            <p:ph type="body" sz="quarter" idx="11" hasCustomPrompt="1"/>
          </p:nvPr>
        </p:nvSpPr>
        <p:spPr>
          <a:xfrm>
            <a:off x="9710251" y="247783"/>
            <a:ext cx="2481749" cy="487362"/>
          </a:xfrm>
          <a:prstGeom prst="rect">
            <a:avLst/>
          </a:prstGeom>
        </p:spPr>
        <p:txBody>
          <a:bodyPr lIns="360000" rIns="180000" anchor="ctr"/>
          <a:lstStyle>
            <a:lvl1pPr marL="0" indent="0" algn="ctr">
              <a:buNone/>
              <a:defRPr lang="fr-FR" sz="1270" kern="1200" spc="363" dirty="0">
                <a:solidFill>
                  <a:schemeClr val="lt1"/>
                </a:solidFill>
                <a:latin typeface="Poppins" pitchFamily="2" charset="77"/>
                <a:ea typeface="+mn-ea"/>
                <a:cs typeface="Poppins" pitchFamily="2" charset="77"/>
              </a:defRPr>
            </a:lvl1pPr>
          </a:lstStyle>
          <a:p>
            <a:r>
              <a:rPr lang="fr-FR"/>
              <a:t>Catégorie</a:t>
            </a:r>
          </a:p>
        </p:txBody>
      </p:sp>
      <p:sp>
        <p:nvSpPr>
          <p:cNvPr id="10" name="Espace réservé du texte 9">
            <a:extLst>
              <a:ext uri="{FF2B5EF4-FFF2-40B4-BE49-F238E27FC236}">
                <a16:creationId xmlns:a16="http://schemas.microsoft.com/office/drawing/2014/main" id="{0EC7B427-5BAB-5D4A-AEC9-C9D465B2AA81}"/>
              </a:ext>
            </a:extLst>
          </p:cNvPr>
          <p:cNvSpPr>
            <a:spLocks noGrp="1"/>
          </p:cNvSpPr>
          <p:nvPr>
            <p:ph type="body" sz="quarter" idx="13" hasCustomPrompt="1"/>
          </p:nvPr>
        </p:nvSpPr>
        <p:spPr>
          <a:xfrm>
            <a:off x="410512" y="916185"/>
            <a:ext cx="9294230" cy="508288"/>
          </a:xfrm>
          <a:prstGeom prst="rect">
            <a:avLst/>
          </a:prstGeom>
        </p:spPr>
        <p:txBody>
          <a:bodyPr/>
          <a:lstStyle>
            <a:lvl1pPr marL="0" indent="0">
              <a:buNone/>
              <a:defRPr sz="1633" b="0" i="0">
                <a:solidFill>
                  <a:srgbClr val="595959"/>
                </a:solidFill>
                <a:latin typeface="Poppins" pitchFamily="2" charset="77"/>
                <a:cs typeface="Poppins" pitchFamily="2" charset="77"/>
              </a:defRPr>
            </a:lvl1pPr>
          </a:lstStyle>
          <a:p>
            <a:r>
              <a:rPr lang="fr-FR"/>
              <a:t>Phrase introductive et texte /mise en avant</a:t>
            </a:r>
          </a:p>
        </p:txBody>
      </p:sp>
      <p:grpSp>
        <p:nvGrpSpPr>
          <p:cNvPr id="6" name="Groupe 5">
            <a:extLst>
              <a:ext uri="{FF2B5EF4-FFF2-40B4-BE49-F238E27FC236}">
                <a16:creationId xmlns:a16="http://schemas.microsoft.com/office/drawing/2014/main" id="{D2BB7FE4-B47D-064E-B9B1-EDB8184D0BDD}"/>
              </a:ext>
            </a:extLst>
          </p:cNvPr>
          <p:cNvGrpSpPr/>
          <p:nvPr userDrawn="1"/>
        </p:nvGrpSpPr>
        <p:grpSpPr>
          <a:xfrm>
            <a:off x="513140" y="367416"/>
            <a:ext cx="5583765" cy="418614"/>
            <a:chOff x="450000" y="396000"/>
            <a:chExt cx="4896700" cy="461444"/>
          </a:xfrm>
        </p:grpSpPr>
        <p:cxnSp>
          <p:nvCxnSpPr>
            <p:cNvPr id="7" name="Connecteur droit 6">
              <a:extLst>
                <a:ext uri="{FF2B5EF4-FFF2-40B4-BE49-F238E27FC236}">
                  <a16:creationId xmlns:a16="http://schemas.microsoft.com/office/drawing/2014/main" id="{E5B4242A-64B6-0F4E-A7CA-FB28E101AECF}"/>
                </a:ext>
              </a:extLst>
            </p:cNvPr>
            <p:cNvCxnSpPr>
              <a:cxnSpLocks/>
            </p:cNvCxnSpPr>
            <p:nvPr/>
          </p:nvCxnSpPr>
          <p:spPr>
            <a:xfrm>
              <a:off x="450000" y="857444"/>
              <a:ext cx="489670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8" name="Graphique 35">
              <a:extLst>
                <a:ext uri="{FF2B5EF4-FFF2-40B4-BE49-F238E27FC236}">
                  <a16:creationId xmlns:a16="http://schemas.microsoft.com/office/drawing/2014/main" id="{74936F75-E85E-DD4A-964D-E3F037973602}"/>
                </a:ext>
              </a:extLst>
            </p:cNvPr>
            <p:cNvSpPr>
              <a:spLocks noChangeAspect="1"/>
            </p:cNvSpPr>
            <p:nvPr/>
          </p:nvSpPr>
          <p:spPr>
            <a:xfrm>
              <a:off x="450000" y="396000"/>
              <a:ext cx="306000" cy="273966"/>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lIns="0" tIns="0" rIns="0" bIns="0" rtlCol="0" anchor="ctr"/>
            <a:lstStyle/>
            <a:p>
              <a:endParaRPr lang="fr-FR" sz="1633">
                <a:solidFill>
                  <a:srgbClr val="332D2D"/>
                </a:solidFill>
              </a:endParaRPr>
            </a:p>
          </p:txBody>
        </p:sp>
      </p:grpSp>
      <p:sp>
        <p:nvSpPr>
          <p:cNvPr id="9" name="Espace réservé du contenu 2">
            <a:extLst>
              <a:ext uri="{FF2B5EF4-FFF2-40B4-BE49-F238E27FC236}">
                <a16:creationId xmlns:a16="http://schemas.microsoft.com/office/drawing/2014/main" id="{7DD5D7BA-8EE3-4387-AC28-705BB2455B98}"/>
              </a:ext>
            </a:extLst>
          </p:cNvPr>
          <p:cNvSpPr>
            <a:spLocks noGrp="1"/>
          </p:cNvSpPr>
          <p:nvPr>
            <p:ph idx="1"/>
          </p:nvPr>
        </p:nvSpPr>
        <p:spPr>
          <a:xfrm>
            <a:off x="510786" y="1690738"/>
            <a:ext cx="5345316" cy="4350697"/>
          </a:xfrm>
          <a:prstGeom prst="rect">
            <a:avLst/>
          </a:prstGeom>
        </p:spPr>
        <p:txBody>
          <a:bodyPr/>
          <a:lstStyle>
            <a:lvl1pPr>
              <a:defRPr sz="2177">
                <a:solidFill>
                  <a:srgbClr val="595959"/>
                </a:solidFill>
                <a:latin typeface="Poppins" panose="00000500000000000000" pitchFamily="2" charset="0"/>
                <a:cs typeface="Poppins" panose="00000500000000000000" pitchFamily="2" charset="0"/>
              </a:defRPr>
            </a:lvl1pPr>
            <a:lvl2pPr>
              <a:defRPr sz="1814">
                <a:solidFill>
                  <a:srgbClr val="595959"/>
                </a:solidFill>
                <a:latin typeface="Poppins" panose="00000500000000000000" pitchFamily="2" charset="0"/>
                <a:cs typeface="Poppins" panose="00000500000000000000" pitchFamily="2" charset="0"/>
              </a:defRPr>
            </a:lvl2pPr>
            <a:lvl3pPr>
              <a:defRPr sz="1633">
                <a:solidFill>
                  <a:srgbClr val="595959"/>
                </a:solidFill>
                <a:latin typeface="Poppins" panose="00000500000000000000" pitchFamily="2" charset="0"/>
                <a:cs typeface="Poppins" panose="00000500000000000000" pitchFamily="2" charset="0"/>
              </a:defRPr>
            </a:lvl3pPr>
            <a:lvl4pPr>
              <a:defRPr sz="1452">
                <a:solidFill>
                  <a:srgbClr val="595959"/>
                </a:solidFill>
                <a:latin typeface="Poppins" panose="00000500000000000000" pitchFamily="2" charset="0"/>
                <a:cs typeface="Poppins" panose="00000500000000000000" pitchFamily="2" charset="0"/>
              </a:defRPr>
            </a:lvl4pPr>
            <a:lvl5pPr>
              <a:defRPr sz="1452">
                <a:solidFill>
                  <a:srgbClr val="595959"/>
                </a:solidFill>
                <a:latin typeface="Poppins" panose="00000500000000000000" pitchFamily="2" charset="0"/>
                <a:cs typeface="Poppins" panose="000005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2">
            <a:extLst>
              <a:ext uri="{FF2B5EF4-FFF2-40B4-BE49-F238E27FC236}">
                <a16:creationId xmlns:a16="http://schemas.microsoft.com/office/drawing/2014/main" id="{97EF9EAE-CFD4-48C5-AB33-D057E732C2C4}"/>
              </a:ext>
            </a:extLst>
          </p:cNvPr>
          <p:cNvSpPr>
            <a:spLocks noGrp="1"/>
          </p:cNvSpPr>
          <p:nvPr>
            <p:ph idx="14"/>
          </p:nvPr>
        </p:nvSpPr>
        <p:spPr>
          <a:xfrm>
            <a:off x="6327817" y="1700556"/>
            <a:ext cx="5345316" cy="4350697"/>
          </a:xfrm>
          <a:prstGeom prst="rect">
            <a:avLst/>
          </a:prstGeom>
        </p:spPr>
        <p:txBody>
          <a:bodyPr/>
          <a:lstStyle>
            <a:lvl1pPr>
              <a:defRPr sz="2177">
                <a:solidFill>
                  <a:srgbClr val="595959"/>
                </a:solidFill>
                <a:latin typeface="Poppins" panose="00000500000000000000" pitchFamily="2" charset="0"/>
                <a:cs typeface="Poppins" panose="00000500000000000000" pitchFamily="2" charset="0"/>
              </a:defRPr>
            </a:lvl1pPr>
            <a:lvl2pPr>
              <a:defRPr sz="1814">
                <a:solidFill>
                  <a:srgbClr val="595959"/>
                </a:solidFill>
                <a:latin typeface="Poppins" panose="00000500000000000000" pitchFamily="2" charset="0"/>
                <a:cs typeface="Poppins" panose="00000500000000000000" pitchFamily="2" charset="0"/>
              </a:defRPr>
            </a:lvl2pPr>
            <a:lvl3pPr>
              <a:defRPr sz="1633">
                <a:solidFill>
                  <a:srgbClr val="595959"/>
                </a:solidFill>
                <a:latin typeface="Poppins" panose="00000500000000000000" pitchFamily="2" charset="0"/>
                <a:cs typeface="Poppins" panose="00000500000000000000" pitchFamily="2" charset="0"/>
              </a:defRPr>
            </a:lvl3pPr>
            <a:lvl4pPr>
              <a:defRPr sz="1452">
                <a:solidFill>
                  <a:srgbClr val="595959"/>
                </a:solidFill>
                <a:latin typeface="Poppins" panose="00000500000000000000" pitchFamily="2" charset="0"/>
                <a:cs typeface="Poppins" panose="00000500000000000000" pitchFamily="2" charset="0"/>
              </a:defRPr>
            </a:lvl4pPr>
            <a:lvl5pPr>
              <a:defRPr sz="1452">
                <a:solidFill>
                  <a:srgbClr val="595959"/>
                </a:solidFill>
                <a:latin typeface="Poppins" panose="00000500000000000000" pitchFamily="2" charset="0"/>
                <a:cs typeface="Poppins" panose="000005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863478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3.1_Page_Standard">
    <p:spTree>
      <p:nvGrpSpPr>
        <p:cNvPr id="1" name=""/>
        <p:cNvGrpSpPr/>
        <p:nvPr/>
      </p:nvGrpSpPr>
      <p:grpSpPr>
        <a:xfrm>
          <a:off x="0" y="0"/>
          <a:ext cx="0" cy="0"/>
          <a:chOff x="0" y="0"/>
          <a:chExt cx="0" cy="0"/>
        </a:xfrm>
      </p:grpSpPr>
      <p:sp>
        <p:nvSpPr>
          <p:cNvPr id="12" name="Titre 14">
            <a:extLst>
              <a:ext uri="{FF2B5EF4-FFF2-40B4-BE49-F238E27FC236}">
                <a16:creationId xmlns:a16="http://schemas.microsoft.com/office/drawing/2014/main" id="{60E3A428-A201-5542-8680-1B569C6A8B6D}"/>
              </a:ext>
            </a:extLst>
          </p:cNvPr>
          <p:cNvSpPr>
            <a:spLocks noGrp="1"/>
          </p:cNvSpPr>
          <p:nvPr>
            <p:ph type="title"/>
          </p:nvPr>
        </p:nvSpPr>
        <p:spPr>
          <a:xfrm>
            <a:off x="882601" y="285221"/>
            <a:ext cx="8838294" cy="604388"/>
          </a:xfrm>
          <a:prstGeom prst="rect">
            <a:avLst/>
          </a:prstGeom>
        </p:spPr>
        <p:txBody>
          <a:bodyPr/>
          <a:lstStyle>
            <a:lvl1pPr>
              <a:defRPr sz="2903"/>
            </a:lvl1pPr>
          </a:lstStyle>
          <a:p>
            <a:r>
              <a:rPr lang="fr-FR"/>
              <a:t>Modifiez le style du titre</a:t>
            </a:r>
          </a:p>
        </p:txBody>
      </p:sp>
      <p:sp>
        <p:nvSpPr>
          <p:cNvPr id="11" name="Espace réservé du contenu 6">
            <a:extLst>
              <a:ext uri="{FF2B5EF4-FFF2-40B4-BE49-F238E27FC236}">
                <a16:creationId xmlns:a16="http://schemas.microsoft.com/office/drawing/2014/main" id="{83CCB066-915C-FB49-ABCD-FCB150B0D313}"/>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18" name="Espace réservé du texte 33">
            <a:extLst>
              <a:ext uri="{FF2B5EF4-FFF2-40B4-BE49-F238E27FC236}">
                <a16:creationId xmlns:a16="http://schemas.microsoft.com/office/drawing/2014/main" id="{86E58462-FBA1-5E49-8918-32FCC0C77391}"/>
              </a:ext>
            </a:extLst>
          </p:cNvPr>
          <p:cNvSpPr>
            <a:spLocks noGrp="1"/>
          </p:cNvSpPr>
          <p:nvPr>
            <p:ph type="body" sz="quarter" idx="11" hasCustomPrompt="1"/>
          </p:nvPr>
        </p:nvSpPr>
        <p:spPr>
          <a:xfrm>
            <a:off x="9710251" y="247783"/>
            <a:ext cx="2481749" cy="487362"/>
          </a:xfrm>
          <a:prstGeom prst="rect">
            <a:avLst/>
          </a:prstGeom>
        </p:spPr>
        <p:txBody>
          <a:bodyPr lIns="360000" rIns="180000" anchor="ctr"/>
          <a:lstStyle>
            <a:lvl1pPr marL="0" indent="0" algn="ctr">
              <a:buNone/>
              <a:defRPr lang="fr-FR" sz="1270" kern="1200" spc="363" dirty="0">
                <a:solidFill>
                  <a:schemeClr val="lt1"/>
                </a:solidFill>
                <a:latin typeface="Poppins" pitchFamily="2" charset="77"/>
                <a:ea typeface="+mn-ea"/>
                <a:cs typeface="Poppins" pitchFamily="2" charset="77"/>
              </a:defRPr>
            </a:lvl1pPr>
          </a:lstStyle>
          <a:p>
            <a:r>
              <a:rPr lang="fr-FR"/>
              <a:t>Catégorie</a:t>
            </a:r>
          </a:p>
        </p:txBody>
      </p:sp>
      <p:sp>
        <p:nvSpPr>
          <p:cNvPr id="10" name="Espace réservé du texte 9">
            <a:extLst>
              <a:ext uri="{FF2B5EF4-FFF2-40B4-BE49-F238E27FC236}">
                <a16:creationId xmlns:a16="http://schemas.microsoft.com/office/drawing/2014/main" id="{0EC7B427-5BAB-5D4A-AEC9-C9D465B2AA81}"/>
              </a:ext>
            </a:extLst>
          </p:cNvPr>
          <p:cNvSpPr>
            <a:spLocks noGrp="1"/>
          </p:cNvSpPr>
          <p:nvPr>
            <p:ph type="body" sz="quarter" idx="13" hasCustomPrompt="1"/>
          </p:nvPr>
        </p:nvSpPr>
        <p:spPr>
          <a:xfrm>
            <a:off x="410512" y="916185"/>
            <a:ext cx="9294230" cy="508288"/>
          </a:xfrm>
          <a:prstGeom prst="rect">
            <a:avLst/>
          </a:prstGeom>
        </p:spPr>
        <p:txBody>
          <a:bodyPr/>
          <a:lstStyle>
            <a:lvl1pPr marL="0" indent="0">
              <a:buNone/>
              <a:defRPr sz="1633" b="0" i="0">
                <a:solidFill>
                  <a:srgbClr val="595959"/>
                </a:solidFill>
                <a:latin typeface="Poppins" pitchFamily="2" charset="77"/>
                <a:cs typeface="Poppins" pitchFamily="2" charset="77"/>
              </a:defRPr>
            </a:lvl1pPr>
          </a:lstStyle>
          <a:p>
            <a:r>
              <a:rPr lang="fr-FR"/>
              <a:t>Phrase introductive et texte /mise en avant</a:t>
            </a:r>
          </a:p>
        </p:txBody>
      </p:sp>
      <p:grpSp>
        <p:nvGrpSpPr>
          <p:cNvPr id="6" name="Groupe 5">
            <a:extLst>
              <a:ext uri="{FF2B5EF4-FFF2-40B4-BE49-F238E27FC236}">
                <a16:creationId xmlns:a16="http://schemas.microsoft.com/office/drawing/2014/main" id="{D2BB7FE4-B47D-064E-B9B1-EDB8184D0BDD}"/>
              </a:ext>
            </a:extLst>
          </p:cNvPr>
          <p:cNvGrpSpPr/>
          <p:nvPr userDrawn="1"/>
        </p:nvGrpSpPr>
        <p:grpSpPr>
          <a:xfrm>
            <a:off x="513140" y="367416"/>
            <a:ext cx="5583765" cy="418614"/>
            <a:chOff x="450000" y="396000"/>
            <a:chExt cx="4896700" cy="461444"/>
          </a:xfrm>
        </p:grpSpPr>
        <p:cxnSp>
          <p:nvCxnSpPr>
            <p:cNvPr id="7" name="Connecteur droit 6">
              <a:extLst>
                <a:ext uri="{FF2B5EF4-FFF2-40B4-BE49-F238E27FC236}">
                  <a16:creationId xmlns:a16="http://schemas.microsoft.com/office/drawing/2014/main" id="{E5B4242A-64B6-0F4E-A7CA-FB28E101AECF}"/>
                </a:ext>
              </a:extLst>
            </p:cNvPr>
            <p:cNvCxnSpPr>
              <a:cxnSpLocks/>
            </p:cNvCxnSpPr>
            <p:nvPr/>
          </p:nvCxnSpPr>
          <p:spPr>
            <a:xfrm>
              <a:off x="450000" y="857444"/>
              <a:ext cx="489670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8" name="Graphique 35">
              <a:extLst>
                <a:ext uri="{FF2B5EF4-FFF2-40B4-BE49-F238E27FC236}">
                  <a16:creationId xmlns:a16="http://schemas.microsoft.com/office/drawing/2014/main" id="{74936F75-E85E-DD4A-964D-E3F037973602}"/>
                </a:ext>
              </a:extLst>
            </p:cNvPr>
            <p:cNvSpPr>
              <a:spLocks noChangeAspect="1"/>
            </p:cNvSpPr>
            <p:nvPr/>
          </p:nvSpPr>
          <p:spPr>
            <a:xfrm>
              <a:off x="450000" y="396000"/>
              <a:ext cx="306000" cy="273966"/>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lIns="0" tIns="0" rIns="0" bIns="0" rtlCol="0" anchor="ctr"/>
            <a:lstStyle/>
            <a:p>
              <a:endParaRPr lang="fr-FR" sz="1633">
                <a:solidFill>
                  <a:srgbClr val="332D2D"/>
                </a:solidFill>
              </a:endParaRPr>
            </a:p>
          </p:txBody>
        </p:sp>
      </p:grpSp>
      <p:sp>
        <p:nvSpPr>
          <p:cNvPr id="9" name="Espace réservé du contenu 2">
            <a:extLst>
              <a:ext uri="{FF2B5EF4-FFF2-40B4-BE49-F238E27FC236}">
                <a16:creationId xmlns:a16="http://schemas.microsoft.com/office/drawing/2014/main" id="{7DD5D7BA-8EE3-4387-AC28-705BB2455B98}"/>
              </a:ext>
            </a:extLst>
          </p:cNvPr>
          <p:cNvSpPr>
            <a:spLocks noGrp="1"/>
          </p:cNvSpPr>
          <p:nvPr>
            <p:ph idx="1"/>
          </p:nvPr>
        </p:nvSpPr>
        <p:spPr>
          <a:xfrm>
            <a:off x="510785" y="1690738"/>
            <a:ext cx="10515712" cy="4350697"/>
          </a:xfrm>
          <a:prstGeom prst="rect">
            <a:avLst/>
          </a:prstGeom>
        </p:spPr>
        <p:txBody>
          <a:bodyPr/>
          <a:lstStyle>
            <a:lvl1pPr>
              <a:defRPr sz="2177">
                <a:solidFill>
                  <a:srgbClr val="595959"/>
                </a:solidFill>
                <a:latin typeface="Poppins" panose="00000500000000000000" pitchFamily="2" charset="0"/>
                <a:cs typeface="Poppins" panose="00000500000000000000" pitchFamily="2" charset="0"/>
              </a:defRPr>
            </a:lvl1pPr>
            <a:lvl2pPr>
              <a:defRPr sz="1814">
                <a:solidFill>
                  <a:srgbClr val="595959"/>
                </a:solidFill>
                <a:latin typeface="Poppins" panose="00000500000000000000" pitchFamily="2" charset="0"/>
                <a:cs typeface="Poppins" panose="00000500000000000000" pitchFamily="2" charset="0"/>
              </a:defRPr>
            </a:lvl2pPr>
            <a:lvl3pPr>
              <a:defRPr sz="1633">
                <a:solidFill>
                  <a:srgbClr val="595959"/>
                </a:solidFill>
                <a:latin typeface="Poppins" panose="00000500000000000000" pitchFamily="2" charset="0"/>
                <a:cs typeface="Poppins" panose="00000500000000000000" pitchFamily="2" charset="0"/>
              </a:defRPr>
            </a:lvl3pPr>
            <a:lvl4pPr>
              <a:defRPr sz="1452">
                <a:solidFill>
                  <a:srgbClr val="595959"/>
                </a:solidFill>
                <a:latin typeface="Poppins" panose="00000500000000000000" pitchFamily="2" charset="0"/>
                <a:cs typeface="Poppins" panose="00000500000000000000" pitchFamily="2" charset="0"/>
              </a:defRPr>
            </a:lvl4pPr>
            <a:lvl5pPr>
              <a:defRPr sz="1452">
                <a:solidFill>
                  <a:srgbClr val="595959"/>
                </a:solidFill>
                <a:latin typeface="Poppins" panose="00000500000000000000" pitchFamily="2" charset="0"/>
                <a:cs typeface="Poppins" panose="000005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163312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_Page_Standard">
    <p:spTree>
      <p:nvGrpSpPr>
        <p:cNvPr id="1" name=""/>
        <p:cNvGrpSpPr/>
        <p:nvPr/>
      </p:nvGrpSpPr>
      <p:grpSpPr>
        <a:xfrm>
          <a:off x="0" y="0"/>
          <a:ext cx="0" cy="0"/>
          <a:chOff x="0" y="0"/>
          <a:chExt cx="0" cy="0"/>
        </a:xfrm>
      </p:grpSpPr>
      <p:sp>
        <p:nvSpPr>
          <p:cNvPr id="12" name="Titre 14">
            <a:extLst>
              <a:ext uri="{FF2B5EF4-FFF2-40B4-BE49-F238E27FC236}">
                <a16:creationId xmlns:a16="http://schemas.microsoft.com/office/drawing/2014/main" id="{60E3A428-A201-5542-8680-1B569C6A8B6D}"/>
              </a:ext>
            </a:extLst>
          </p:cNvPr>
          <p:cNvSpPr>
            <a:spLocks noGrp="1"/>
          </p:cNvSpPr>
          <p:nvPr>
            <p:ph type="title"/>
          </p:nvPr>
        </p:nvSpPr>
        <p:spPr>
          <a:xfrm>
            <a:off x="882601" y="285221"/>
            <a:ext cx="8838294" cy="604388"/>
          </a:xfrm>
          <a:prstGeom prst="rect">
            <a:avLst/>
          </a:prstGeom>
        </p:spPr>
        <p:txBody>
          <a:bodyPr/>
          <a:lstStyle>
            <a:lvl1pPr>
              <a:defRPr sz="2903"/>
            </a:lvl1pPr>
          </a:lstStyle>
          <a:p>
            <a:r>
              <a:rPr lang="fr-FR"/>
              <a:t>Modifiez le style du titre</a:t>
            </a:r>
          </a:p>
        </p:txBody>
      </p:sp>
      <p:sp>
        <p:nvSpPr>
          <p:cNvPr id="11" name="Espace réservé du contenu 6">
            <a:extLst>
              <a:ext uri="{FF2B5EF4-FFF2-40B4-BE49-F238E27FC236}">
                <a16:creationId xmlns:a16="http://schemas.microsoft.com/office/drawing/2014/main" id="{83CCB066-915C-FB49-ABCD-FCB150B0D313}"/>
              </a:ext>
            </a:extLst>
          </p:cNvPr>
          <p:cNvSpPr/>
          <p:nvPr userDrawn="1"/>
        </p:nvSpPr>
        <p:spPr>
          <a:xfrm>
            <a:off x="9708615" y="302949"/>
            <a:ext cx="2491172" cy="327784"/>
          </a:xfrm>
          <a:custGeom>
            <a:avLst/>
            <a:gdLst>
              <a:gd name="connsiteX0" fmla="*/ 1433180 w 1430149"/>
              <a:gd name="connsiteY0" fmla="*/ 223024 h 223024"/>
              <a:gd name="connsiteX1" fmla="*/ 0 w 1430149"/>
              <a:gd name="connsiteY1" fmla="*/ 223024 h 223024"/>
              <a:gd name="connsiteX2" fmla="*/ 123220 w 1430149"/>
              <a:gd name="connsiteY2" fmla="*/ 0 h 223024"/>
              <a:gd name="connsiteX3" fmla="*/ 1433180 w 1430149"/>
              <a:gd name="connsiteY3" fmla="*/ 0 h 223024"/>
            </a:gdLst>
            <a:ahLst/>
            <a:cxnLst>
              <a:cxn ang="0">
                <a:pos x="connsiteX0" y="connsiteY0"/>
              </a:cxn>
              <a:cxn ang="0">
                <a:pos x="connsiteX1" y="connsiteY1"/>
              </a:cxn>
              <a:cxn ang="0">
                <a:pos x="connsiteX2" y="connsiteY2"/>
              </a:cxn>
              <a:cxn ang="0">
                <a:pos x="connsiteX3" y="connsiteY3"/>
              </a:cxn>
            </a:cxnLst>
            <a:rect l="l" t="t" r="r" b="b"/>
            <a:pathLst>
              <a:path w="1430149" h="223024">
                <a:moveTo>
                  <a:pt x="1433180" y="223024"/>
                </a:moveTo>
                <a:lnTo>
                  <a:pt x="0" y="223024"/>
                </a:lnTo>
                <a:lnTo>
                  <a:pt x="123220" y="0"/>
                </a:lnTo>
                <a:lnTo>
                  <a:pt x="1433180" y="0"/>
                </a:lnTo>
                <a:close/>
              </a:path>
            </a:pathLst>
          </a:custGeom>
          <a:solidFill>
            <a:srgbClr val="332D2D"/>
          </a:solidFill>
          <a:ln w="9471" cap="flat">
            <a:noFill/>
            <a:prstDash val="solid"/>
            <a:miter/>
          </a:ln>
          <a:effectLst>
            <a:outerShdw blurRad="50800" dist="38100" dir="5400000" algn="t" rotWithShape="0">
              <a:prstClr val="black">
                <a:alpha val="10000"/>
              </a:prstClr>
            </a:outerShdw>
          </a:effectLst>
        </p:spPr>
        <p:txBody>
          <a:bodyPr rot="0" spcFirstLastPara="0" vertOverflow="overflow" horzOverflow="overflow" vert="horz" wrap="square" lIns="163293" tIns="41476" rIns="32659" bIns="41476" numCol="1" spcCol="0" rtlCol="0" fromWordArt="0" anchor="ctr" anchorCtr="0" forceAA="0" compatLnSpc="1">
            <a:prstTxWarp prst="textNoShape">
              <a:avLst/>
            </a:prstTxWarp>
            <a:noAutofit/>
          </a:bodyPr>
          <a:lstStyle/>
          <a:p>
            <a:pPr algn="ctr"/>
            <a:endParaRPr lang="fr-FR" sz="1270" kern="1200" spc="363">
              <a:solidFill>
                <a:schemeClr val="lt1"/>
              </a:solidFill>
              <a:latin typeface="Poppins" pitchFamily="2" charset="77"/>
              <a:ea typeface="+mn-ea"/>
              <a:cs typeface="Poppins" pitchFamily="2" charset="77"/>
            </a:endParaRPr>
          </a:p>
        </p:txBody>
      </p:sp>
      <p:sp>
        <p:nvSpPr>
          <p:cNvPr id="18" name="Espace réservé du texte 33">
            <a:extLst>
              <a:ext uri="{FF2B5EF4-FFF2-40B4-BE49-F238E27FC236}">
                <a16:creationId xmlns:a16="http://schemas.microsoft.com/office/drawing/2014/main" id="{86E58462-FBA1-5E49-8918-32FCC0C77391}"/>
              </a:ext>
            </a:extLst>
          </p:cNvPr>
          <p:cNvSpPr>
            <a:spLocks noGrp="1"/>
          </p:cNvSpPr>
          <p:nvPr>
            <p:ph type="body" sz="quarter" idx="11" hasCustomPrompt="1"/>
          </p:nvPr>
        </p:nvSpPr>
        <p:spPr>
          <a:xfrm>
            <a:off x="9710251" y="247783"/>
            <a:ext cx="2481749" cy="487362"/>
          </a:xfrm>
          <a:prstGeom prst="rect">
            <a:avLst/>
          </a:prstGeom>
        </p:spPr>
        <p:txBody>
          <a:bodyPr lIns="360000" rIns="180000" anchor="ctr"/>
          <a:lstStyle>
            <a:lvl1pPr marL="0" indent="0" algn="ctr">
              <a:buNone/>
              <a:defRPr lang="fr-FR" sz="1270" kern="1200" spc="363" dirty="0">
                <a:solidFill>
                  <a:schemeClr val="lt1"/>
                </a:solidFill>
                <a:latin typeface="Poppins" pitchFamily="2" charset="77"/>
                <a:ea typeface="+mn-ea"/>
                <a:cs typeface="Poppins" pitchFamily="2" charset="77"/>
              </a:defRPr>
            </a:lvl1pPr>
          </a:lstStyle>
          <a:p>
            <a:r>
              <a:rPr lang="fr-FR"/>
              <a:t>Catégorie</a:t>
            </a:r>
          </a:p>
        </p:txBody>
      </p:sp>
      <p:sp>
        <p:nvSpPr>
          <p:cNvPr id="10" name="Espace réservé du texte 9">
            <a:extLst>
              <a:ext uri="{FF2B5EF4-FFF2-40B4-BE49-F238E27FC236}">
                <a16:creationId xmlns:a16="http://schemas.microsoft.com/office/drawing/2014/main" id="{0EC7B427-5BAB-5D4A-AEC9-C9D465B2AA81}"/>
              </a:ext>
            </a:extLst>
          </p:cNvPr>
          <p:cNvSpPr>
            <a:spLocks noGrp="1"/>
          </p:cNvSpPr>
          <p:nvPr>
            <p:ph type="body" sz="quarter" idx="13" hasCustomPrompt="1"/>
          </p:nvPr>
        </p:nvSpPr>
        <p:spPr>
          <a:xfrm>
            <a:off x="410512" y="916185"/>
            <a:ext cx="9294230" cy="508288"/>
          </a:xfrm>
          <a:prstGeom prst="rect">
            <a:avLst/>
          </a:prstGeom>
        </p:spPr>
        <p:txBody>
          <a:bodyPr/>
          <a:lstStyle>
            <a:lvl1pPr marL="0" indent="0">
              <a:buNone/>
              <a:defRPr sz="1633" b="0" i="0">
                <a:solidFill>
                  <a:srgbClr val="595959"/>
                </a:solidFill>
                <a:latin typeface="Poppins" pitchFamily="2" charset="77"/>
                <a:cs typeface="Poppins" pitchFamily="2" charset="77"/>
              </a:defRPr>
            </a:lvl1pPr>
          </a:lstStyle>
          <a:p>
            <a:r>
              <a:rPr lang="fr-FR"/>
              <a:t>Phrase introductive et texte /mise en avant</a:t>
            </a:r>
          </a:p>
        </p:txBody>
      </p:sp>
      <p:grpSp>
        <p:nvGrpSpPr>
          <p:cNvPr id="6" name="Groupe 5">
            <a:extLst>
              <a:ext uri="{FF2B5EF4-FFF2-40B4-BE49-F238E27FC236}">
                <a16:creationId xmlns:a16="http://schemas.microsoft.com/office/drawing/2014/main" id="{D2BB7FE4-B47D-064E-B9B1-EDB8184D0BDD}"/>
              </a:ext>
            </a:extLst>
          </p:cNvPr>
          <p:cNvGrpSpPr/>
          <p:nvPr userDrawn="1"/>
        </p:nvGrpSpPr>
        <p:grpSpPr>
          <a:xfrm>
            <a:off x="513140" y="367416"/>
            <a:ext cx="5583765" cy="418614"/>
            <a:chOff x="450000" y="396000"/>
            <a:chExt cx="4896700" cy="461444"/>
          </a:xfrm>
        </p:grpSpPr>
        <p:cxnSp>
          <p:nvCxnSpPr>
            <p:cNvPr id="7" name="Connecteur droit 6">
              <a:extLst>
                <a:ext uri="{FF2B5EF4-FFF2-40B4-BE49-F238E27FC236}">
                  <a16:creationId xmlns:a16="http://schemas.microsoft.com/office/drawing/2014/main" id="{E5B4242A-64B6-0F4E-A7CA-FB28E101AECF}"/>
                </a:ext>
              </a:extLst>
            </p:cNvPr>
            <p:cNvCxnSpPr>
              <a:cxnSpLocks/>
            </p:cNvCxnSpPr>
            <p:nvPr/>
          </p:nvCxnSpPr>
          <p:spPr>
            <a:xfrm>
              <a:off x="450000" y="857444"/>
              <a:ext cx="4896700" cy="0"/>
            </a:xfrm>
            <a:prstGeom prst="line">
              <a:avLst/>
            </a:prstGeom>
            <a:ln w="38100">
              <a:solidFill>
                <a:srgbClr val="00964E"/>
              </a:solidFill>
            </a:ln>
          </p:spPr>
          <p:style>
            <a:lnRef idx="1">
              <a:schemeClr val="accent1"/>
            </a:lnRef>
            <a:fillRef idx="0">
              <a:schemeClr val="accent1"/>
            </a:fillRef>
            <a:effectRef idx="0">
              <a:schemeClr val="accent1"/>
            </a:effectRef>
            <a:fontRef idx="minor">
              <a:schemeClr val="tx1"/>
            </a:fontRef>
          </p:style>
        </p:cxnSp>
        <p:sp>
          <p:nvSpPr>
            <p:cNvPr id="8" name="Graphique 35">
              <a:extLst>
                <a:ext uri="{FF2B5EF4-FFF2-40B4-BE49-F238E27FC236}">
                  <a16:creationId xmlns:a16="http://schemas.microsoft.com/office/drawing/2014/main" id="{74936F75-E85E-DD4A-964D-E3F037973602}"/>
                </a:ext>
              </a:extLst>
            </p:cNvPr>
            <p:cNvSpPr>
              <a:spLocks noChangeAspect="1"/>
            </p:cNvSpPr>
            <p:nvPr/>
          </p:nvSpPr>
          <p:spPr>
            <a:xfrm>
              <a:off x="450000" y="396000"/>
              <a:ext cx="306000" cy="273966"/>
            </a:xfrm>
            <a:custGeom>
              <a:avLst/>
              <a:gdLst>
                <a:gd name="connsiteX0" fmla="*/ 252094 w 242794"/>
                <a:gd name="connsiteY0" fmla="*/ 1040 h 217376"/>
                <a:gd name="connsiteX1" fmla="*/ 133685 w 242794"/>
                <a:gd name="connsiteY1" fmla="*/ 220968 h 217376"/>
                <a:gd name="connsiteX2" fmla="*/ 126214 w 242794"/>
                <a:gd name="connsiteY2" fmla="*/ 226733 h 217376"/>
                <a:gd name="connsiteX3" fmla="*/ 708 w 242794"/>
                <a:gd name="connsiteY3" fmla="*/ 226733 h 217376"/>
                <a:gd name="connsiteX4" fmla="*/ 2483 w 242794"/>
                <a:gd name="connsiteY4" fmla="*/ 218605 h 217376"/>
                <a:gd name="connsiteX5" fmla="*/ 115942 w 242794"/>
                <a:gd name="connsiteY5" fmla="*/ 7844 h 217376"/>
                <a:gd name="connsiteX6" fmla="*/ 126214 w 242794"/>
                <a:gd name="connsiteY6" fmla="*/ 0 h 217376"/>
                <a:gd name="connsiteX7" fmla="*/ 248172 w 242794"/>
                <a:gd name="connsiteY7" fmla="*/ 0 h 217376"/>
                <a:gd name="connsiteX8" fmla="*/ 252094 w 242794"/>
                <a:gd name="connsiteY8" fmla="*/ 945 h 21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94" h="217376">
                  <a:moveTo>
                    <a:pt x="252094" y="1040"/>
                  </a:moveTo>
                  <a:cubicBezTo>
                    <a:pt x="212219" y="75042"/>
                    <a:pt x="173279" y="148005"/>
                    <a:pt x="133685" y="220968"/>
                  </a:cubicBezTo>
                  <a:cubicBezTo>
                    <a:pt x="132004" y="224182"/>
                    <a:pt x="130510" y="226733"/>
                    <a:pt x="126214" y="226733"/>
                  </a:cubicBezTo>
                  <a:lnTo>
                    <a:pt x="708" y="226733"/>
                  </a:lnTo>
                  <a:cubicBezTo>
                    <a:pt x="-1253" y="222858"/>
                    <a:pt x="1362" y="220874"/>
                    <a:pt x="2483" y="218605"/>
                  </a:cubicBezTo>
                  <a:lnTo>
                    <a:pt x="115942" y="7844"/>
                  </a:lnTo>
                  <a:cubicBezTo>
                    <a:pt x="118277" y="3497"/>
                    <a:pt x="120144" y="0"/>
                    <a:pt x="126214" y="0"/>
                  </a:cubicBezTo>
                  <a:cubicBezTo>
                    <a:pt x="166836" y="0"/>
                    <a:pt x="207550" y="0"/>
                    <a:pt x="248172" y="0"/>
                  </a:cubicBezTo>
                  <a:cubicBezTo>
                    <a:pt x="249499" y="224"/>
                    <a:pt x="250809" y="540"/>
                    <a:pt x="252094" y="945"/>
                  </a:cubicBezTo>
                </a:path>
              </a:pathLst>
            </a:custGeom>
            <a:solidFill>
              <a:srgbClr val="332D2D"/>
            </a:solidFill>
            <a:ln w="9245" cap="flat">
              <a:noFill/>
              <a:prstDash val="solid"/>
              <a:miter/>
            </a:ln>
          </p:spPr>
          <p:txBody>
            <a:bodyPr lIns="0" tIns="0" rIns="0" bIns="0" rtlCol="0" anchor="ctr"/>
            <a:lstStyle/>
            <a:p>
              <a:endParaRPr lang="fr-FR" sz="1633">
                <a:solidFill>
                  <a:srgbClr val="332D2D"/>
                </a:solidFill>
              </a:endParaRPr>
            </a:p>
          </p:txBody>
        </p:sp>
      </p:grpSp>
    </p:spTree>
    <p:extLst>
      <p:ext uri="{BB962C8B-B14F-4D97-AF65-F5344CB8AC3E}">
        <p14:creationId xmlns:p14="http://schemas.microsoft.com/office/powerpoint/2010/main" val="11221694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FE4F4-F041-A8C3-364B-8BD47D26E2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31FC5E-B379-EF1F-7DB5-79FB52A647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EBB690-C5BE-EB7D-A272-8B14C0FAC83A}"/>
              </a:ext>
            </a:extLst>
          </p:cNvPr>
          <p:cNvSpPr>
            <a:spLocks noGrp="1"/>
          </p:cNvSpPr>
          <p:nvPr>
            <p:ph type="dt" sz="half" idx="10"/>
          </p:nvPr>
        </p:nvSpPr>
        <p:spPr/>
        <p:txBody>
          <a:bodyPr/>
          <a:lstStyle/>
          <a:p>
            <a:fld id="{C590398B-0B68-4F28-9B06-FB0BDE50D791}" type="datetimeFigureOut">
              <a:rPr lang="en-US" smtClean="0"/>
              <a:t>10/8/2026</a:t>
            </a:fld>
            <a:endParaRPr lang="en-US"/>
          </a:p>
        </p:txBody>
      </p:sp>
      <p:sp>
        <p:nvSpPr>
          <p:cNvPr id="5" name="Footer Placeholder 4">
            <a:extLst>
              <a:ext uri="{FF2B5EF4-FFF2-40B4-BE49-F238E27FC236}">
                <a16:creationId xmlns:a16="http://schemas.microsoft.com/office/drawing/2014/main" id="{AF23B8D6-580E-B479-A66F-3920FA795B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F83D1-B2CD-C11D-9B73-911EE983C8C7}"/>
              </a:ext>
            </a:extLst>
          </p:cNvPr>
          <p:cNvSpPr>
            <a:spLocks noGrp="1"/>
          </p:cNvSpPr>
          <p:nvPr>
            <p:ph type="sldNum" sz="quarter" idx="12"/>
          </p:nvPr>
        </p:nvSpPr>
        <p:spPr/>
        <p:txBody>
          <a:bodyPr/>
          <a:lstStyle/>
          <a:p>
            <a:fld id="{50F902E4-636E-4AC3-B33C-899CD8FD4510}" type="slidenum">
              <a:rPr lang="en-US" smtClean="0"/>
              <a:t>‹#›</a:t>
            </a:fld>
            <a:endParaRPr lang="en-US"/>
          </a:p>
        </p:txBody>
      </p:sp>
    </p:spTree>
    <p:extLst>
      <p:ext uri="{BB962C8B-B14F-4D97-AF65-F5344CB8AC3E}">
        <p14:creationId xmlns:p14="http://schemas.microsoft.com/office/powerpoint/2010/main" val="30146861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14813061"/>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 Id="rId2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2" name="Titre 1">
            <a:extLst>
              <a:ext uri="{FF2B5EF4-FFF2-40B4-BE49-F238E27FC236}">
                <a16:creationId xmlns:a16="http://schemas.microsoft.com/office/drawing/2014/main" id="{5C673233-994B-A84D-A16D-1740DBEE0671}"/>
              </a:ext>
            </a:extLst>
          </p:cNvPr>
          <p:cNvSpPr txBox="1">
            <a:spLocks/>
          </p:cNvSpPr>
          <p:nvPr userDrawn="1"/>
        </p:nvSpPr>
        <p:spPr>
          <a:xfrm>
            <a:off x="527198" y="337711"/>
            <a:ext cx="9144000" cy="56882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266" b="1" noProof="0">
              <a:solidFill>
                <a:srgbClr val="332D2D"/>
              </a:solidFill>
              <a:latin typeface="Poppins" pitchFamily="2" charset="77"/>
              <a:cs typeface="Poppins" pitchFamily="2" charset="77"/>
            </a:endParaRPr>
          </a:p>
        </p:txBody>
      </p:sp>
      <p:sp>
        <p:nvSpPr>
          <p:cNvPr id="7" name="ZoneTexte 6">
            <a:extLst>
              <a:ext uri="{FF2B5EF4-FFF2-40B4-BE49-F238E27FC236}">
                <a16:creationId xmlns:a16="http://schemas.microsoft.com/office/drawing/2014/main" id="{39CF3A35-7E6A-4315-8AEE-CC0FEBF34DE1}"/>
              </a:ext>
            </a:extLst>
          </p:cNvPr>
          <p:cNvSpPr txBox="1"/>
          <p:nvPr userDrawn="1"/>
        </p:nvSpPr>
        <p:spPr>
          <a:xfrm>
            <a:off x="232687" y="6432324"/>
            <a:ext cx="3129328" cy="217880"/>
          </a:xfrm>
          <a:prstGeom prst="rect">
            <a:avLst/>
          </a:prstGeom>
          <a:noFill/>
        </p:spPr>
        <p:txBody>
          <a:bodyPr wrap="square" rtlCol="0">
            <a:spAutoFit/>
          </a:bodyPr>
          <a:lstStyle/>
          <a:p>
            <a:pPr algn="l"/>
            <a:r>
              <a:rPr lang="fr-FR" sz="816" b="1" i="0" spc="272">
                <a:solidFill>
                  <a:srgbClr val="00964E"/>
                </a:solidFill>
                <a:latin typeface="Poppins" pitchFamily="2" charset="77"/>
                <a:cs typeface="Poppins" pitchFamily="2" charset="77"/>
              </a:rPr>
              <a:t>-</a:t>
            </a:r>
            <a:r>
              <a:rPr lang="fr-FR" sz="816">
                <a:solidFill>
                  <a:schemeClr val="tx1"/>
                </a:solidFill>
                <a:latin typeface="Poppins" pitchFamily="2" charset="77"/>
                <a:cs typeface="Poppins" pitchFamily="2" charset="77"/>
              </a:rPr>
              <a:t>C2 – RESTRICTED DIFFUSION  </a:t>
            </a:r>
            <a:r>
              <a:rPr lang="fr-FR" sz="816" b="1" i="0" spc="272">
                <a:solidFill>
                  <a:srgbClr val="00964E"/>
                </a:solidFill>
                <a:latin typeface="Poppins" pitchFamily="2" charset="77"/>
                <a:cs typeface="Poppins" pitchFamily="2" charset="77"/>
              </a:rPr>
              <a:t>-</a:t>
            </a:r>
            <a:endParaRPr lang="fr-FR" sz="816">
              <a:solidFill>
                <a:schemeClr val="tx1"/>
              </a:solidFill>
              <a:latin typeface="Poppins" pitchFamily="2" charset="77"/>
              <a:cs typeface="Poppins" pitchFamily="2" charset="77"/>
            </a:endParaRPr>
          </a:p>
        </p:txBody>
      </p:sp>
      <p:sp>
        <p:nvSpPr>
          <p:cNvPr id="12" name="ZoneTexte 11">
            <a:extLst>
              <a:ext uri="{FF2B5EF4-FFF2-40B4-BE49-F238E27FC236}">
                <a16:creationId xmlns:a16="http://schemas.microsoft.com/office/drawing/2014/main" id="{3BAF1CFA-1086-F640-8C59-38A505C87DA7}"/>
              </a:ext>
            </a:extLst>
          </p:cNvPr>
          <p:cNvSpPr txBox="1"/>
          <p:nvPr userDrawn="1"/>
        </p:nvSpPr>
        <p:spPr>
          <a:xfrm>
            <a:off x="3495040" y="6427550"/>
            <a:ext cx="5201920" cy="205546"/>
          </a:xfrm>
          <a:prstGeom prst="rect">
            <a:avLst/>
          </a:prstGeom>
          <a:noFill/>
        </p:spPr>
        <p:txBody>
          <a:bodyPr wrap="square" lIns="163293" tIns="32659" rIns="163293" bIns="32659" rtlCol="0" anchor="ctr">
            <a:spAutoFit/>
          </a:bodyPr>
          <a:lstStyle/>
          <a:p>
            <a:pPr marL="0" marR="0" lvl="0" indent="0" algn="ctr" defTabSz="414775" rtl="0" eaLnBrk="1" fontAlgn="auto" latinLnBrk="0" hangingPunct="1">
              <a:lnSpc>
                <a:spcPct val="100000"/>
              </a:lnSpc>
              <a:spcBef>
                <a:spcPts val="0"/>
              </a:spcBef>
              <a:spcAft>
                <a:spcPts val="0"/>
              </a:spcAft>
              <a:buClrTx/>
              <a:buSzTx/>
              <a:buFontTx/>
              <a:buNone/>
              <a:tabLst/>
              <a:defRPr/>
            </a:pPr>
            <a:r>
              <a:rPr lang="en-US" sz="907" b="1" i="0" spc="272" noProof="0">
                <a:solidFill>
                  <a:srgbClr val="00964E"/>
                </a:solidFill>
                <a:latin typeface="Poppins" pitchFamily="2" charset="77"/>
                <a:cs typeface="Poppins" pitchFamily="2" charset="77"/>
              </a:rPr>
              <a:t>- </a:t>
            </a:r>
            <a:fld id="{E595FE6F-A4B9-BF42-BDB9-597CDB313134}" type="slidenum">
              <a:rPr lang="en-US" sz="816" kern="1200" spc="363" noProof="0" smtClean="0">
                <a:solidFill>
                  <a:srgbClr val="332D2D"/>
                </a:solidFill>
                <a:latin typeface="Poppins" pitchFamily="2" charset="77"/>
                <a:ea typeface="+mn-ea"/>
                <a:cs typeface="Poppins" pitchFamily="2" charset="77"/>
              </a:rPr>
              <a:pPr marL="0" marR="0" lvl="0" indent="0" algn="ctr" defTabSz="414775" rtl="0" eaLnBrk="1" fontAlgn="auto" latinLnBrk="0" hangingPunct="1">
                <a:lnSpc>
                  <a:spcPct val="100000"/>
                </a:lnSpc>
                <a:spcBef>
                  <a:spcPts val="0"/>
                </a:spcBef>
                <a:spcAft>
                  <a:spcPts val="0"/>
                </a:spcAft>
                <a:buClrTx/>
                <a:buSzTx/>
                <a:buFontTx/>
                <a:buNone/>
                <a:tabLst/>
                <a:defRPr/>
              </a:pPr>
              <a:t>‹#›</a:t>
            </a:fld>
            <a:r>
              <a:rPr lang="en-US" sz="816" kern="1200" spc="363" noProof="0">
                <a:solidFill>
                  <a:srgbClr val="332D2D"/>
                </a:solidFill>
                <a:latin typeface="Poppins" pitchFamily="2" charset="77"/>
                <a:ea typeface="+mn-ea"/>
                <a:cs typeface="Poppins" pitchFamily="2" charset="77"/>
              </a:rPr>
              <a:t> </a:t>
            </a:r>
            <a:r>
              <a:rPr lang="en-US" sz="907" b="1" i="0" kern="1200" spc="272" noProof="0">
                <a:solidFill>
                  <a:srgbClr val="00964E"/>
                </a:solidFill>
                <a:latin typeface="Poppins" pitchFamily="2" charset="77"/>
                <a:ea typeface="+mn-ea"/>
                <a:cs typeface="Poppins" pitchFamily="2" charset="77"/>
              </a:rPr>
              <a:t>-</a:t>
            </a:r>
            <a:endParaRPr lang="en-US" sz="1633" b="1" i="0" spc="363" noProof="0">
              <a:solidFill>
                <a:srgbClr val="332D2D"/>
              </a:solidFill>
              <a:latin typeface="Poppins" pitchFamily="2" charset="77"/>
              <a:cs typeface="Poppins" pitchFamily="2" charset="77"/>
            </a:endParaRPr>
          </a:p>
        </p:txBody>
      </p:sp>
      <p:pic>
        <p:nvPicPr>
          <p:cNvPr id="3" name="Picture 2" descr="A picture containing logo&#10;&#10;Description automatically generated">
            <a:extLst>
              <a:ext uri="{FF2B5EF4-FFF2-40B4-BE49-F238E27FC236}">
                <a16:creationId xmlns:a16="http://schemas.microsoft.com/office/drawing/2014/main" id="{01856E09-5A52-5988-B22A-6C3DED2FBB67}"/>
              </a:ext>
            </a:extLst>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10887394" y="5793195"/>
            <a:ext cx="1189906" cy="956949"/>
          </a:xfrm>
          <a:prstGeom prst="rect">
            <a:avLst/>
          </a:prstGeom>
        </p:spPr>
      </p:pic>
    </p:spTree>
    <p:extLst>
      <p:ext uri="{BB962C8B-B14F-4D97-AF65-F5344CB8AC3E}">
        <p14:creationId xmlns:p14="http://schemas.microsoft.com/office/powerpoint/2010/main" val="23246900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4" r:id="rId23"/>
  </p:sldLayoutIdLst>
  <p:txStyles>
    <p:titleStyle>
      <a:lvl1pPr algn="l" defTabSz="829549" rtl="0" eaLnBrk="1" latinLnBrk="0" hangingPunct="1">
        <a:lnSpc>
          <a:spcPct val="90000"/>
        </a:lnSpc>
        <a:spcBef>
          <a:spcPct val="0"/>
        </a:spcBef>
        <a:buNone/>
        <a:defRPr lang="fr-FR" sz="2722" b="1" kern="1200" cap="all" baseline="0" dirty="0">
          <a:solidFill>
            <a:srgbClr val="332D2D"/>
          </a:solidFill>
          <a:latin typeface="Poppins" pitchFamily="2" charset="77"/>
          <a:ea typeface="+mj-ea"/>
          <a:cs typeface="Poppins" pitchFamily="2" charset="77"/>
        </a:defRPr>
      </a:lvl1pPr>
    </p:titleStyle>
    <p:bodyStyle>
      <a:lvl1pPr marL="207388" indent="-207388" algn="l" defTabSz="829549" rtl="0" eaLnBrk="1" latinLnBrk="0" hangingPunct="1">
        <a:lnSpc>
          <a:spcPct val="90000"/>
        </a:lnSpc>
        <a:spcBef>
          <a:spcPts val="907"/>
        </a:spcBef>
        <a:buFont typeface="Arial" panose="020B0604020202020204" pitchFamily="34" charset="0"/>
        <a:buChar char="•"/>
        <a:defRPr sz="2540" kern="1200">
          <a:solidFill>
            <a:schemeClr val="tx1"/>
          </a:solidFill>
          <a:latin typeface="+mn-lt"/>
          <a:ea typeface="+mn-ea"/>
          <a:cs typeface="+mn-cs"/>
        </a:defRPr>
      </a:lvl1pPr>
      <a:lvl2pPr marL="622162" indent="-207388" algn="l" defTabSz="829549" rtl="0" eaLnBrk="1" latinLnBrk="0" hangingPunct="1">
        <a:lnSpc>
          <a:spcPct val="90000"/>
        </a:lnSpc>
        <a:spcBef>
          <a:spcPts val="454"/>
        </a:spcBef>
        <a:buFont typeface="Arial" panose="020B0604020202020204" pitchFamily="34" charset="0"/>
        <a:buChar char="•"/>
        <a:defRPr sz="2177" kern="1200">
          <a:solidFill>
            <a:schemeClr val="tx1"/>
          </a:solidFill>
          <a:latin typeface="+mn-lt"/>
          <a:ea typeface="+mn-ea"/>
          <a:cs typeface="+mn-cs"/>
        </a:defRPr>
      </a:lvl2pPr>
      <a:lvl3pPr marL="1036937" indent="-207388" algn="l" defTabSz="829549" rtl="0" eaLnBrk="1" latinLnBrk="0" hangingPunct="1">
        <a:lnSpc>
          <a:spcPct val="90000"/>
        </a:lnSpc>
        <a:spcBef>
          <a:spcPts val="454"/>
        </a:spcBef>
        <a:buFont typeface="Arial" panose="020B0604020202020204" pitchFamily="34" charset="0"/>
        <a:buChar char="•"/>
        <a:defRPr sz="1814" kern="1200">
          <a:solidFill>
            <a:schemeClr val="tx1"/>
          </a:solidFill>
          <a:latin typeface="+mn-lt"/>
          <a:ea typeface="+mn-ea"/>
          <a:cs typeface="+mn-cs"/>
        </a:defRPr>
      </a:lvl3pPr>
      <a:lvl4pPr marL="1451711" indent="-207388" algn="l" defTabSz="829549"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4pPr>
      <a:lvl5pPr marL="1866486" indent="-207388" algn="l" defTabSz="829549"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5pPr>
      <a:lvl6pPr marL="2281261" indent="-207388" algn="l" defTabSz="829549"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6pPr>
      <a:lvl7pPr marL="2696035" indent="-207388" algn="l" defTabSz="829549"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7pPr>
      <a:lvl8pPr marL="3110810" indent="-207388" algn="l" defTabSz="829549"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8pPr>
      <a:lvl9pPr marL="3525584" indent="-207388" algn="l" defTabSz="829549"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9pPr>
    </p:bodyStyle>
    <p:otherStyle>
      <a:defPPr>
        <a:defRPr lang="en-US"/>
      </a:defPPr>
      <a:lvl1pPr marL="0" algn="l" defTabSz="829549" rtl="0" eaLnBrk="1" latinLnBrk="0" hangingPunct="1">
        <a:defRPr sz="1633" kern="1200">
          <a:solidFill>
            <a:schemeClr val="tx1"/>
          </a:solidFill>
          <a:latin typeface="+mn-lt"/>
          <a:ea typeface="+mn-ea"/>
          <a:cs typeface="+mn-cs"/>
        </a:defRPr>
      </a:lvl1pPr>
      <a:lvl2pPr marL="414775" algn="l" defTabSz="829549" rtl="0" eaLnBrk="1" latinLnBrk="0" hangingPunct="1">
        <a:defRPr sz="1633" kern="1200">
          <a:solidFill>
            <a:schemeClr val="tx1"/>
          </a:solidFill>
          <a:latin typeface="+mn-lt"/>
          <a:ea typeface="+mn-ea"/>
          <a:cs typeface="+mn-cs"/>
        </a:defRPr>
      </a:lvl2pPr>
      <a:lvl3pPr marL="829549" algn="l" defTabSz="829549" rtl="0" eaLnBrk="1" latinLnBrk="0" hangingPunct="1">
        <a:defRPr sz="1633" kern="1200">
          <a:solidFill>
            <a:schemeClr val="tx1"/>
          </a:solidFill>
          <a:latin typeface="+mn-lt"/>
          <a:ea typeface="+mn-ea"/>
          <a:cs typeface="+mn-cs"/>
        </a:defRPr>
      </a:lvl3pPr>
      <a:lvl4pPr marL="1244324" algn="l" defTabSz="829549" rtl="0" eaLnBrk="1" latinLnBrk="0" hangingPunct="1">
        <a:defRPr sz="1633" kern="1200">
          <a:solidFill>
            <a:schemeClr val="tx1"/>
          </a:solidFill>
          <a:latin typeface="+mn-lt"/>
          <a:ea typeface="+mn-ea"/>
          <a:cs typeface="+mn-cs"/>
        </a:defRPr>
      </a:lvl4pPr>
      <a:lvl5pPr marL="1659099" algn="l" defTabSz="829549" rtl="0" eaLnBrk="1" latinLnBrk="0" hangingPunct="1">
        <a:defRPr sz="1633" kern="1200">
          <a:solidFill>
            <a:schemeClr val="tx1"/>
          </a:solidFill>
          <a:latin typeface="+mn-lt"/>
          <a:ea typeface="+mn-ea"/>
          <a:cs typeface="+mn-cs"/>
        </a:defRPr>
      </a:lvl5pPr>
      <a:lvl6pPr marL="2073873" algn="l" defTabSz="829549" rtl="0" eaLnBrk="1" latinLnBrk="0" hangingPunct="1">
        <a:defRPr sz="1633" kern="1200">
          <a:solidFill>
            <a:schemeClr val="tx1"/>
          </a:solidFill>
          <a:latin typeface="+mn-lt"/>
          <a:ea typeface="+mn-ea"/>
          <a:cs typeface="+mn-cs"/>
        </a:defRPr>
      </a:lvl6pPr>
      <a:lvl7pPr marL="2488647" algn="l" defTabSz="829549" rtl="0" eaLnBrk="1" latinLnBrk="0" hangingPunct="1">
        <a:defRPr sz="1633" kern="1200">
          <a:solidFill>
            <a:schemeClr val="tx1"/>
          </a:solidFill>
          <a:latin typeface="+mn-lt"/>
          <a:ea typeface="+mn-ea"/>
          <a:cs typeface="+mn-cs"/>
        </a:defRPr>
      </a:lvl7pPr>
      <a:lvl8pPr marL="2903423" algn="l" defTabSz="829549" rtl="0" eaLnBrk="1" latinLnBrk="0" hangingPunct="1">
        <a:defRPr sz="1633" kern="1200">
          <a:solidFill>
            <a:schemeClr val="tx1"/>
          </a:solidFill>
          <a:latin typeface="+mn-lt"/>
          <a:ea typeface="+mn-ea"/>
          <a:cs typeface="+mn-cs"/>
        </a:defRPr>
      </a:lvl8pPr>
      <a:lvl9pPr marL="3318196" algn="l" defTabSz="829549" rtl="0" eaLnBrk="1" latinLnBrk="0" hangingPunct="1">
        <a:defRPr sz="163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p15:clr>
            <a:srgbClr val="F26B43"/>
          </p15:clr>
        </p15:guide>
        <p15:guide id="2" pos="33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8.png"/><Relationship Id="rId7" Type="http://schemas.openxmlformats.org/officeDocument/2006/relationships/image" Target="../media/image23.png"/><Relationship Id="rId8" Type="http://schemas.openxmlformats.org/officeDocument/2006/relationships/image" Target="../media/image25.png"/><Relationship Id="rId9" Type="http://schemas.openxmlformats.org/officeDocument/2006/relationships/image" Target="../media/image24.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26.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image" Target="../media/image35.png"/><Relationship Id="rId7"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8.png"/><Relationship Id="rId6" Type="http://schemas.openxmlformats.org/officeDocument/2006/relationships/image" Target="../media/image23.png"/><Relationship Id="rId7"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34.png"/><Relationship Id="rId4" Type="http://schemas.openxmlformats.org/officeDocument/2006/relationships/image" Target="../media/image26.png"/><Relationship Id="rId5" Type="http://schemas.openxmlformats.org/officeDocument/2006/relationships/image" Target="../media/image37.png"/><Relationship Id="rId6"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34.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24.png"/><Relationship Id="rId6" Type="http://schemas.openxmlformats.org/officeDocument/2006/relationships/image" Target="../media/image41.png"/><Relationship Id="rId7"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C607-A9B2-CCE4-16A1-8B592EB745AA}"/>
              </a:ext>
            </a:extLst>
          </p:cNvPr>
          <p:cNvSpPr>
            <a:spLocks noGrp="1"/>
          </p:cNvSpPr>
          <p:nvPr>
            <p:ph type="ctrTitle" idx="4294967295"/>
          </p:nvPr>
        </p:nvSpPr>
        <p:spPr>
          <a:xfrm>
            <a:off x="8886558" y="6284299"/>
            <a:ext cx="3110645" cy="573702"/>
          </a:xfrm>
        </p:spPr>
        <p:txBody>
          <a:bodyPr>
            <a:normAutofit/>
          </a:bodyPr>
          <a:lstStyle/>
          <a:p>
            <a:pPr algn="r"/>
            <a:r>
              <a:rPr lang="en-US" sz="2000">
                <a:solidFill>
                  <a:schemeClr val="bg1"/>
                </a:solidFill>
                <a:latin typeface="Poppins" panose="00000500000000000000" pitchFamily="2" charset="0"/>
                <a:cs typeface="Poppins" panose="00000500000000000000" pitchFamily="2" charset="0"/>
              </a:rPr>
              <a:t>ASTEK APAC</a:t>
            </a:r>
          </a:p>
        </p:txBody>
      </p:sp>
      <p:sp>
        <p:nvSpPr>
          <p:cNvPr id="3" name="Subtitle 2">
            <a:extLst>
              <a:ext uri="{FF2B5EF4-FFF2-40B4-BE49-F238E27FC236}">
                <a16:creationId xmlns:a16="http://schemas.microsoft.com/office/drawing/2014/main" id="{830DDECD-F1CB-A3A9-92FD-E9F1FAD8BD52}"/>
              </a:ext>
            </a:extLst>
          </p:cNvPr>
          <p:cNvSpPr>
            <a:spLocks noGrp="1"/>
          </p:cNvSpPr>
          <p:nvPr>
            <p:ph type="subTitle" idx="4294967295"/>
          </p:nvPr>
        </p:nvSpPr>
        <p:spPr>
          <a:xfrm>
            <a:off x="2155031" y="4587229"/>
            <a:ext cx="7881937" cy="1655762"/>
          </a:xfrm>
        </p:spPr>
        <p:txBody>
          <a:bodyPr>
            <a:normAutofit/>
          </a:bodyPr>
          <a:lstStyle/>
          <a:p>
            <a:pPr marL="0" indent="0" algn="ctr">
              <a:buNone/>
            </a:pPr>
            <a:r>
              <a:rPr lang="en-US" sz="2800" b="1">
                <a:solidFill>
                  <a:srgbClr val="02BA71"/>
                </a:solidFill>
                <a:latin typeface="Poppins ExtraBold" panose="00000900000000000000" pitchFamily="2" charset="0"/>
                <a:cs typeface="Poppins ExtraBold" panose="00000900000000000000" pitchFamily="2" charset="0"/>
              </a:rPr>
              <a:t>AI Proposes, the Runner Decides</a:t>
            </a:r>
          </a:p>
          <a:p>
            <a:pPr algn="ctr"/>
            <a:endParaRPr lang="en-US" sz="1400">
              <a:solidFill>
                <a:schemeClr val="bg1"/>
              </a:solidFill>
              <a:latin typeface="Poppins" panose="00000500000000000000" pitchFamily="2" charset="0"/>
              <a:cs typeface="Poppins" panose="00000500000000000000" pitchFamily="2" charset="0"/>
            </a:endParaRPr>
          </a:p>
          <a:p>
            <a:pPr marL="0" indent="0" algn="ctr">
              <a:buNone/>
            </a:pPr>
            <a:r>
              <a:rPr lang="en-US" sz="1400" i="1">
                <a:solidFill>
                  <a:schemeClr val="bg1"/>
                </a:solidFill>
                <a:latin typeface="Poppins" panose="00000500000000000000" pitchFamily="2" charset="0"/>
                <a:cs typeface="Poppins" panose="00000500000000000000" pitchFamily="2" charset="0"/>
              </a:rPr>
              <a:t>AI-assisted mobile QA: from Jira ticket to reviewed PR to CI regression</a:t>
            </a:r>
            <a:endParaRPr lang="en-US" sz="1400" i="1">
              <a:solidFill>
                <a:schemeClr val="bg1"/>
              </a:solidFill>
              <a:latin typeface="Poppins" panose="00000500000000000000" pitchFamily="2" charset="0"/>
              <a:cs typeface="Poppins" panose="00000500000000000000" pitchFamily="2" charset="0"/>
            </a:endParaRPr>
          </a:p>
          <a:p>
            <a:pPr marL="0" indent="0" algn="ctr">
              <a:buNone/>
            </a:pPr>
            <a:r>
              <a:rPr lang="en-US" sz="1400" i="1">
                <a:solidFill>
                  <a:schemeClr val="bg1"/>
                </a:solidFill>
                <a:latin typeface="Poppins" panose="00000500000000000000" pitchFamily="2" charset="0"/>
                <a:cs typeface="Poppins" panose="00000500000000000000" pitchFamily="2" charset="0"/>
              </a:rPr>
              <a:t>@Astek </a:t>
            </a:r>
            <a:r>
              <a:rPr lang="en-US" sz="1400" i="1" err="1">
                <a:solidFill>
                  <a:schemeClr val="bg1"/>
                </a:solidFill>
                <a:latin typeface="Poppins" panose="00000500000000000000" pitchFamily="2" charset="0"/>
                <a:cs typeface="Poppins" panose="00000500000000000000" pitchFamily="2" charset="0"/>
              </a:rPr>
              <a:t>TCoE</a:t>
            </a:r>
            <a:endParaRPr lang="en-US" sz="1400" i="1">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56594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F99DCA-F301-2F8C-15DA-7A798F3F1303}"/>
              </a:ext>
            </a:extLst>
          </p:cNvPr>
          <p:cNvSpPr>
            <a:spLocks noGrp="1"/>
          </p:cNvSpPr>
          <p:nvPr>
            <p:ph type="body" sz="quarter" idx="11"/>
          </p:nvPr>
        </p:nvSpPr>
        <p:spPr/>
        <p:txBody>
          <a:bodyPr/>
          <a:lstStyle/>
          <a:p>
            <a:r>
              <a:rPr lang="en-US"/>
              <a:t>Agenda</a:t>
            </a:r>
          </a:p>
        </p:txBody>
      </p:sp>
      <p:sp>
        <p:nvSpPr>
          <p:cNvPr id="3" name="Text Placeholder 2">
            <a:extLst>
              <a:ext uri="{FF2B5EF4-FFF2-40B4-BE49-F238E27FC236}">
                <a16:creationId xmlns:a16="http://schemas.microsoft.com/office/drawing/2014/main" id="{AEC87483-FCE6-5E60-A21D-96943491BAC8}"/>
              </a:ext>
            </a:extLst>
          </p:cNvPr>
          <p:cNvSpPr>
            <a:spLocks noGrp="1"/>
          </p:cNvSpPr>
          <p:nvPr>
            <p:ph type="body" sz="quarter" idx="12"/>
          </p:nvPr>
        </p:nvSpPr>
        <p:spPr>
          <a:xfrm>
            <a:off x="7213101" y="5047945"/>
            <a:ext cx="4080814" cy="487362"/>
          </a:xfrm>
        </p:spPr>
        <p:txBody>
          <a:bodyPr lIns="360000" tIns="45720" rIns="180000" bIns="45720" anchor="ctr"/>
          <a:lstStyle/>
          <a:p>
            <a:r>
              <a:rPr lang="en-US" sz="2150">
                <a:latin typeface="Poppins"/>
                <a:cs typeface="Poppins"/>
              </a:rPr>
              <a:t>Governance &amp; Scale-up</a:t>
            </a:r>
            <a:endParaRPr lang="en-US"/>
          </a:p>
        </p:txBody>
      </p:sp>
      <p:sp>
        <p:nvSpPr>
          <p:cNvPr id="4" name="Text Placeholder 3">
            <a:extLst>
              <a:ext uri="{FF2B5EF4-FFF2-40B4-BE49-F238E27FC236}">
                <a16:creationId xmlns:a16="http://schemas.microsoft.com/office/drawing/2014/main" id="{0B724668-F1D8-82A7-B6F1-058C333E8769}"/>
              </a:ext>
            </a:extLst>
          </p:cNvPr>
          <p:cNvSpPr>
            <a:spLocks noGrp="1"/>
          </p:cNvSpPr>
          <p:nvPr>
            <p:ph type="body" sz="quarter" idx="13"/>
          </p:nvPr>
        </p:nvSpPr>
        <p:spPr>
          <a:xfrm>
            <a:off x="5693048" y="2657612"/>
            <a:ext cx="4690414" cy="487362"/>
          </a:xfrm>
        </p:spPr>
        <p:txBody>
          <a:bodyPr lIns="360000" tIns="45720" rIns="180000" bIns="45720" anchor="ctr"/>
          <a:lstStyle/>
          <a:p>
            <a:r>
              <a:rPr lang="en-US" sz="2150">
                <a:latin typeface="Poppins"/>
                <a:cs typeface="Poppins"/>
              </a:rPr>
              <a:t>Architecture &amp; Guardrails</a:t>
            </a:r>
            <a:endParaRPr lang="en-US"/>
          </a:p>
        </p:txBody>
      </p:sp>
      <p:sp>
        <p:nvSpPr>
          <p:cNvPr id="5" name="Text Placeholder 4">
            <a:extLst>
              <a:ext uri="{FF2B5EF4-FFF2-40B4-BE49-F238E27FC236}">
                <a16:creationId xmlns:a16="http://schemas.microsoft.com/office/drawing/2014/main" id="{898242E8-2B29-569F-374F-A7E7071D8597}"/>
              </a:ext>
            </a:extLst>
          </p:cNvPr>
          <p:cNvSpPr>
            <a:spLocks noGrp="1"/>
          </p:cNvSpPr>
          <p:nvPr>
            <p:ph type="body" sz="quarter" idx="14"/>
          </p:nvPr>
        </p:nvSpPr>
        <p:spPr>
          <a:xfrm>
            <a:off x="5283679" y="2062781"/>
            <a:ext cx="3217214" cy="487362"/>
          </a:xfrm>
        </p:spPr>
        <p:txBody>
          <a:bodyPr lIns="360000" tIns="45720" rIns="180000" bIns="45720" anchor="ctr"/>
          <a:lstStyle/>
          <a:p>
            <a:r>
              <a:rPr lang="en-US" sz="2150">
                <a:latin typeface="Poppins"/>
                <a:cs typeface="Poppins"/>
              </a:rPr>
              <a:t>QA Process</a:t>
            </a:r>
            <a:endParaRPr lang="en-US" sz="2150"/>
          </a:p>
        </p:txBody>
      </p:sp>
      <p:sp>
        <p:nvSpPr>
          <p:cNvPr id="6" name="Text Placeholder 5">
            <a:extLst>
              <a:ext uri="{FF2B5EF4-FFF2-40B4-BE49-F238E27FC236}">
                <a16:creationId xmlns:a16="http://schemas.microsoft.com/office/drawing/2014/main" id="{E4D4267C-239C-325F-5738-C977A9D36E05}"/>
              </a:ext>
            </a:extLst>
          </p:cNvPr>
          <p:cNvSpPr>
            <a:spLocks noGrp="1"/>
          </p:cNvSpPr>
          <p:nvPr>
            <p:ph type="body" sz="quarter" idx="15"/>
          </p:nvPr>
        </p:nvSpPr>
        <p:spPr>
          <a:xfrm>
            <a:off x="6889529" y="4447908"/>
            <a:ext cx="4080814" cy="487362"/>
          </a:xfrm>
        </p:spPr>
        <p:txBody>
          <a:bodyPr lIns="360000" tIns="45720" rIns="180000" bIns="45720" anchor="ctr"/>
          <a:lstStyle/>
          <a:p>
            <a:r>
              <a:rPr lang="en-US" sz="2150">
                <a:latin typeface="Poppins"/>
                <a:cs typeface="Poppins"/>
              </a:rPr>
              <a:t>Evaluation</a:t>
            </a:r>
            <a:endParaRPr lang="en-US"/>
          </a:p>
        </p:txBody>
      </p:sp>
      <p:sp>
        <p:nvSpPr>
          <p:cNvPr id="7" name="Text Placeholder 6">
            <a:extLst>
              <a:ext uri="{FF2B5EF4-FFF2-40B4-BE49-F238E27FC236}">
                <a16:creationId xmlns:a16="http://schemas.microsoft.com/office/drawing/2014/main" id="{8D33A5C2-B1F4-D7C9-EA18-0C841DCF0295}"/>
              </a:ext>
            </a:extLst>
          </p:cNvPr>
          <p:cNvSpPr>
            <a:spLocks noGrp="1"/>
          </p:cNvSpPr>
          <p:nvPr>
            <p:ph type="body" sz="quarter" idx="16"/>
          </p:nvPr>
        </p:nvSpPr>
        <p:spPr>
          <a:xfrm>
            <a:off x="6536581" y="3849232"/>
            <a:ext cx="4079635" cy="487362"/>
          </a:xfrm>
        </p:spPr>
        <p:txBody>
          <a:bodyPr lIns="360000" tIns="45720" rIns="180000" bIns="45720" anchor="ctr"/>
          <a:lstStyle/>
          <a:p>
            <a:r>
              <a:rPr lang="en-US" sz="2150">
                <a:latin typeface="Poppins"/>
                <a:cs typeface="Poppins"/>
              </a:rPr>
              <a:t>Demo</a:t>
            </a:r>
            <a:endParaRPr lang="en-US"/>
          </a:p>
        </p:txBody>
      </p:sp>
      <p:sp>
        <p:nvSpPr>
          <p:cNvPr id="8" name="Text Placeholder 7">
            <a:extLst>
              <a:ext uri="{FF2B5EF4-FFF2-40B4-BE49-F238E27FC236}">
                <a16:creationId xmlns:a16="http://schemas.microsoft.com/office/drawing/2014/main" id="{D32CFCDB-7DDE-1672-3B22-317092E51C01}"/>
              </a:ext>
            </a:extLst>
          </p:cNvPr>
          <p:cNvSpPr>
            <a:spLocks noGrp="1"/>
          </p:cNvSpPr>
          <p:nvPr>
            <p:ph type="body" sz="quarter" idx="17"/>
          </p:nvPr>
        </p:nvSpPr>
        <p:spPr>
          <a:xfrm>
            <a:off x="6117362" y="3265331"/>
            <a:ext cx="4380868" cy="487362"/>
          </a:xfrm>
        </p:spPr>
        <p:txBody>
          <a:bodyPr lIns="360000" tIns="45720" rIns="180000" bIns="45720" anchor="ctr"/>
          <a:lstStyle/>
          <a:p>
            <a:r>
              <a:rPr lang="en-US" sz="2150">
                <a:latin typeface="Poppins"/>
                <a:cs typeface="Poppins"/>
              </a:rPr>
              <a:t>Cost &amp; Context</a:t>
            </a:r>
            <a:endParaRPr lang="en-US"/>
          </a:p>
        </p:txBody>
      </p:sp>
    </p:spTree>
    <p:extLst>
      <p:ext uri="{BB962C8B-B14F-4D97-AF65-F5344CB8AC3E}">
        <p14:creationId xmlns:p14="http://schemas.microsoft.com/office/powerpoint/2010/main" val="639892694"/>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&amp; Controls</a:t>
            </a:r>
          </a:p>
        </p:txBody>
      </p:sp>
      <p:sp>
        <p:nvSpPr>
          <p:cNvPr id="3" name="Text Placeholder 2"/>
          <p:cNvSpPr>
            <a:spLocks noGrp="1"/>
          </p:cNvSpPr>
          <p:nvPr>
            <p:ph type="body" idx="11" sz="quarter"/>
          </p:nvPr>
        </p:nvSpPr>
        <p:spPr/>
        <p:txBody>
          <a:bodyPr/>
          <a:lstStyle/>
          <a:p>
            <a:r>
              <a:rPr b="1" sz="1200">
                <a:solidFill>
                  <a:srgbClr val="FFFFFF"/>
                </a:solidFill>
              </a:rPr>
              <a:t>QA PROCESS</a:t>
            </a:r>
          </a:p>
        </p:txBody>
      </p:sp>
      <p:sp>
        <p:nvSpPr>
          <p:cNvPr id="4" name="Text Placeholder 3"/>
          <p:cNvSpPr>
            <a:spLocks noGrp="1"/>
          </p:cNvSpPr>
          <p:nvPr>
            <p:ph type="body" idx="13" sz="quarter"/>
          </p:nvPr>
        </p:nvSpPr>
        <p:spPr/>
        <p:txBody>
          <a:bodyPr/>
          <a:lstStyle/>
          <a:p>
            <a:r>
              <a:t>Letting AI write tests: 4 risks, and how each one is controlled</a:t>
            </a:r>
          </a:p>
        </p:txBody>
      </p:sp>
      <p:sp>
        <p:nvSpPr>
          <p:cNvPr id="5" name="Risk card 1"/>
          <p:cNvSpPr/>
          <p:nvPr/>
        </p:nvSpPr>
        <p:spPr>
          <a:xfrm>
            <a:off x="512064" y="1600200"/>
            <a:ext cx="5486400" cy="1691640"/>
          </a:xfrm>
          <a:prstGeom prst="roundRect">
            <a:avLst>
              <a:gd name="adj" fmla="val 540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circle FaTimesCircle"/>
          <p:cNvSpPr/>
          <p:nvPr/>
        </p:nvSpPr>
        <p:spPr>
          <a:xfrm>
            <a:off x="740664" y="1828800"/>
            <a:ext cx="640080" cy="64008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TimesCircle_FFFFFF.png"/>
          <p:cNvPicPr>
            <a:picLocks noChangeAspect="1"/>
          </p:cNvPicPr>
          <p:nvPr/>
        </p:nvPicPr>
        <p:blipFill>
          <a:blip r:embed="rId3"/>
          <a:stretch>
            <a:fillRect/>
          </a:stretch>
        </p:blipFill>
        <p:spPr>
          <a:xfrm>
            <a:off x="894283" y="1982419"/>
            <a:ext cx="332841" cy="332841"/>
          </a:xfrm>
          <a:prstGeom prst="rect">
            <a:avLst/>
          </a:prstGeom>
        </p:spPr>
      </p:pic>
      <p:sp>
        <p:nvSpPr>
          <p:cNvPr id="8" name="TextBox 7"/>
          <p:cNvSpPr txBox="1"/>
          <p:nvPr/>
        </p:nvSpPr>
        <p:spPr>
          <a:xfrm>
            <a:off x="1609344" y="1783080"/>
            <a:ext cx="4206240" cy="320040"/>
          </a:xfrm>
          <a:prstGeom prst="rect">
            <a:avLst/>
          </a:prstGeom>
          <a:noFill/>
        </p:spPr>
        <p:txBody>
          <a:bodyPr wrap="square" lIns="0" rIns="0" tIns="0" bIns="0" anchor="t">
            <a:spAutoFit/>
          </a:bodyPr>
          <a:lstStyle/>
          <a:p>
            <a:pPr algn="l">
              <a:spcAft>
                <a:spcPts val="0"/>
              </a:spcAft>
            </a:pPr>
            <a:r>
              <a:rPr sz="2000" b="1" i="0">
                <a:solidFill>
                  <a:srgbClr val="012E2B"/>
                </a:solidFill>
              </a:rPr>
              <a:t>“Fake green”</a:t>
            </a:r>
          </a:p>
        </p:txBody>
      </p:sp>
      <p:sp>
        <p:nvSpPr>
          <p:cNvPr id="9" name="TextBox 8"/>
          <p:cNvSpPr txBox="1"/>
          <p:nvPr/>
        </p:nvSpPr>
        <p:spPr>
          <a:xfrm>
            <a:off x="1609344" y="2167128"/>
            <a:ext cx="4206240" cy="457200"/>
          </a:xfrm>
          <a:prstGeom prst="rect">
            <a:avLst/>
          </a:prstGeom>
          <a:noFill/>
        </p:spPr>
        <p:txBody>
          <a:bodyPr wrap="square" lIns="0" rIns="0" tIns="0" bIns="0" anchor="t">
            <a:spAutoFit/>
          </a:bodyPr>
          <a:lstStyle/>
          <a:p>
            <a:pPr algn="l">
              <a:spcAft>
                <a:spcPts val="0"/>
              </a:spcAft>
            </a:pPr>
            <a:r>
              <a:rPr sz="1400" b="0" i="0">
                <a:solidFill>
                  <a:srgbClr val="585858"/>
                </a:solidFill>
              </a:rPr>
              <a:t>AI edits the test so it passes instead of reporting the failure</a:t>
            </a:r>
          </a:p>
        </p:txBody>
      </p:sp>
      <p:sp>
        <p:nvSpPr>
          <p:cNvPr id="10" name="Icon circle FaCheck"/>
          <p:cNvSpPr/>
          <p:nvPr/>
        </p:nvSpPr>
        <p:spPr>
          <a:xfrm>
            <a:off x="832104" y="2715768"/>
            <a:ext cx="365760" cy="3657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aCheck_012E2B.png"/>
          <p:cNvPicPr>
            <a:picLocks noChangeAspect="1"/>
          </p:cNvPicPr>
          <p:nvPr/>
        </p:nvPicPr>
        <p:blipFill>
          <a:blip r:embed="rId4"/>
          <a:stretch>
            <a:fillRect/>
          </a:stretch>
        </p:blipFill>
        <p:spPr>
          <a:xfrm>
            <a:off x="919886" y="2803550"/>
            <a:ext cx="190195" cy="190195"/>
          </a:xfrm>
          <a:prstGeom prst="rect">
            <a:avLst/>
          </a:prstGeom>
        </p:spPr>
      </p:pic>
      <p:sp>
        <p:nvSpPr>
          <p:cNvPr id="12" name="TextBox 11"/>
          <p:cNvSpPr txBox="1"/>
          <p:nvPr/>
        </p:nvSpPr>
        <p:spPr>
          <a:xfrm>
            <a:off x="1609344" y="2651760"/>
            <a:ext cx="4206240" cy="502920"/>
          </a:xfrm>
          <a:prstGeom prst="rect">
            <a:avLst/>
          </a:prstGeom>
          <a:noFill/>
        </p:spPr>
        <p:txBody>
          <a:bodyPr wrap="square" lIns="0" rIns="0" tIns="0" bIns="0" anchor="ctr">
            <a:spAutoFit/>
          </a:bodyPr>
          <a:lstStyle/>
          <a:p>
            <a:pPr algn="l">
              <a:spcAft>
                <a:spcPts val="0"/>
              </a:spcAft>
            </a:pPr>
            <a:r>
              <a:rPr sz="1400" b="1" i="0">
                <a:solidFill>
                  <a:srgbClr val="332C2C"/>
                </a:solidFill>
              </a:rPr>
              <a:t>The test runner decides pass/fail, not the AI</a:t>
            </a:r>
          </a:p>
        </p:txBody>
      </p:sp>
      <p:sp>
        <p:nvSpPr>
          <p:cNvPr id="13" name="Risk card 2"/>
          <p:cNvSpPr/>
          <p:nvPr/>
        </p:nvSpPr>
        <p:spPr>
          <a:xfrm>
            <a:off x="6181344" y="1600200"/>
            <a:ext cx="5486400" cy="1691640"/>
          </a:xfrm>
          <a:prstGeom prst="roundRect">
            <a:avLst>
              <a:gd name="adj" fmla="val 540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 circle FaQuestionCircle"/>
          <p:cNvSpPr/>
          <p:nvPr/>
        </p:nvSpPr>
        <p:spPr>
          <a:xfrm>
            <a:off x="6409944" y="1828800"/>
            <a:ext cx="640080" cy="64008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QuestionCircle_FFFFFF.png"/>
          <p:cNvPicPr>
            <a:picLocks noChangeAspect="1"/>
          </p:cNvPicPr>
          <p:nvPr/>
        </p:nvPicPr>
        <p:blipFill>
          <a:blip r:embed="rId5"/>
          <a:stretch>
            <a:fillRect/>
          </a:stretch>
        </p:blipFill>
        <p:spPr>
          <a:xfrm>
            <a:off x="6563563" y="1982419"/>
            <a:ext cx="332841" cy="332841"/>
          </a:xfrm>
          <a:prstGeom prst="rect">
            <a:avLst/>
          </a:prstGeom>
        </p:spPr>
      </p:pic>
      <p:sp>
        <p:nvSpPr>
          <p:cNvPr id="16" name="TextBox 15"/>
          <p:cNvSpPr txBox="1"/>
          <p:nvPr/>
        </p:nvSpPr>
        <p:spPr>
          <a:xfrm>
            <a:off x="7278624" y="1783080"/>
            <a:ext cx="4206240" cy="320040"/>
          </a:xfrm>
          <a:prstGeom prst="rect">
            <a:avLst/>
          </a:prstGeom>
          <a:noFill/>
        </p:spPr>
        <p:txBody>
          <a:bodyPr wrap="square" lIns="0" rIns="0" tIns="0" bIns="0" anchor="t">
            <a:spAutoFit/>
          </a:bodyPr>
          <a:lstStyle/>
          <a:p>
            <a:pPr algn="l">
              <a:spcAft>
                <a:spcPts val="0"/>
              </a:spcAft>
            </a:pPr>
            <a:r>
              <a:rPr sz="2000" b="1" i="0">
                <a:solidFill>
                  <a:srgbClr val="012E2B"/>
                </a:solidFill>
              </a:rPr>
              <a:t>AI guessing</a:t>
            </a:r>
          </a:p>
        </p:txBody>
      </p:sp>
      <p:sp>
        <p:nvSpPr>
          <p:cNvPr id="17" name="TextBox 16"/>
          <p:cNvSpPr txBox="1"/>
          <p:nvPr/>
        </p:nvSpPr>
        <p:spPr>
          <a:xfrm>
            <a:off x="7278624" y="2167128"/>
            <a:ext cx="4206240" cy="457200"/>
          </a:xfrm>
          <a:prstGeom prst="rect">
            <a:avLst/>
          </a:prstGeom>
          <a:noFill/>
        </p:spPr>
        <p:txBody>
          <a:bodyPr wrap="square" lIns="0" rIns="0" tIns="0" bIns="0" anchor="t">
            <a:spAutoFit/>
          </a:bodyPr>
          <a:lstStyle/>
          <a:p>
            <a:pPr algn="l">
              <a:spcAft>
                <a:spcPts val="0"/>
              </a:spcAft>
            </a:pPr>
            <a:r>
              <a:rPr sz="1400" b="0" i="0">
                <a:solidFill>
                  <a:srgbClr val="585858"/>
                </a:solidFill>
              </a:rPr>
              <a:t>The ticket is vague but AI writes tests from assumptions</a:t>
            </a:r>
          </a:p>
        </p:txBody>
      </p:sp>
      <p:sp>
        <p:nvSpPr>
          <p:cNvPr id="18" name="Icon circle FaCheck"/>
          <p:cNvSpPr/>
          <p:nvPr/>
        </p:nvSpPr>
        <p:spPr>
          <a:xfrm>
            <a:off x="6501383" y="2715768"/>
            <a:ext cx="365760" cy="3657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aCheck_012E2B.png"/>
          <p:cNvPicPr>
            <a:picLocks noChangeAspect="1"/>
          </p:cNvPicPr>
          <p:nvPr/>
        </p:nvPicPr>
        <p:blipFill>
          <a:blip r:embed="rId4"/>
          <a:stretch>
            <a:fillRect/>
          </a:stretch>
        </p:blipFill>
        <p:spPr>
          <a:xfrm>
            <a:off x="6589166" y="2803550"/>
            <a:ext cx="190195" cy="190195"/>
          </a:xfrm>
          <a:prstGeom prst="rect">
            <a:avLst/>
          </a:prstGeom>
        </p:spPr>
      </p:pic>
      <p:sp>
        <p:nvSpPr>
          <p:cNvPr id="20" name="TextBox 19"/>
          <p:cNvSpPr txBox="1"/>
          <p:nvPr/>
        </p:nvSpPr>
        <p:spPr>
          <a:xfrm>
            <a:off x="7278624" y="2651760"/>
            <a:ext cx="4206240" cy="502920"/>
          </a:xfrm>
          <a:prstGeom prst="rect">
            <a:avLst/>
          </a:prstGeom>
          <a:noFill/>
        </p:spPr>
        <p:txBody>
          <a:bodyPr wrap="square" lIns="0" rIns="0" tIns="0" bIns="0" anchor="ctr">
            <a:spAutoFit/>
          </a:bodyPr>
          <a:lstStyle/>
          <a:p>
            <a:pPr algn="l">
              <a:spcAft>
                <a:spcPts val="0"/>
              </a:spcAft>
            </a:pPr>
            <a:r>
              <a:rPr sz="1400" b="1" i="0">
                <a:solidFill>
                  <a:srgbClr val="332C2C"/>
                </a:solidFill>
              </a:rPr>
              <a:t>On ambiguity the pipeline stops and asks a human</a:t>
            </a:r>
          </a:p>
        </p:txBody>
      </p:sp>
      <p:sp>
        <p:nvSpPr>
          <p:cNvPr id="21" name="Risk card 3"/>
          <p:cNvSpPr/>
          <p:nvPr/>
        </p:nvSpPr>
        <p:spPr>
          <a:xfrm>
            <a:off x="512064" y="3429000"/>
            <a:ext cx="5486400" cy="1691640"/>
          </a:xfrm>
          <a:prstGeom prst="roundRect">
            <a:avLst>
              <a:gd name="adj" fmla="val 540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con circle FaClock"/>
          <p:cNvSpPr/>
          <p:nvPr/>
        </p:nvSpPr>
        <p:spPr>
          <a:xfrm>
            <a:off x="740664" y="3657600"/>
            <a:ext cx="640080" cy="64008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aClock_FFFFFF.png"/>
          <p:cNvPicPr>
            <a:picLocks noChangeAspect="1"/>
          </p:cNvPicPr>
          <p:nvPr/>
        </p:nvPicPr>
        <p:blipFill>
          <a:blip r:embed="rId6"/>
          <a:stretch>
            <a:fillRect/>
          </a:stretch>
        </p:blipFill>
        <p:spPr>
          <a:xfrm>
            <a:off x="894283" y="3811219"/>
            <a:ext cx="332841" cy="332841"/>
          </a:xfrm>
          <a:prstGeom prst="rect">
            <a:avLst/>
          </a:prstGeom>
        </p:spPr>
      </p:pic>
      <p:sp>
        <p:nvSpPr>
          <p:cNvPr id="24" name="TextBox 23"/>
          <p:cNvSpPr txBox="1"/>
          <p:nvPr/>
        </p:nvSpPr>
        <p:spPr>
          <a:xfrm>
            <a:off x="1609344" y="3611880"/>
            <a:ext cx="4206240" cy="320040"/>
          </a:xfrm>
          <a:prstGeom prst="rect">
            <a:avLst/>
          </a:prstGeom>
          <a:noFill/>
        </p:spPr>
        <p:txBody>
          <a:bodyPr wrap="square" lIns="0" rIns="0" tIns="0" bIns="0" anchor="t">
            <a:spAutoFit/>
          </a:bodyPr>
          <a:lstStyle/>
          <a:p>
            <a:pPr algn="l">
              <a:spcAft>
                <a:spcPts val="0"/>
              </a:spcAft>
            </a:pPr>
            <a:r>
              <a:rPr sz="2000" b="1" i="0">
                <a:solidFill>
                  <a:srgbClr val="012E2B"/>
                </a:solidFill>
              </a:rPr>
              <a:t>Runs forever</a:t>
            </a:r>
          </a:p>
        </p:txBody>
      </p:sp>
      <p:sp>
        <p:nvSpPr>
          <p:cNvPr id="25" name="TextBox 24"/>
          <p:cNvSpPr txBox="1"/>
          <p:nvPr/>
        </p:nvSpPr>
        <p:spPr>
          <a:xfrm>
            <a:off x="1609344" y="3995928"/>
            <a:ext cx="4206240" cy="457200"/>
          </a:xfrm>
          <a:prstGeom prst="rect">
            <a:avLst/>
          </a:prstGeom>
          <a:noFill/>
        </p:spPr>
        <p:txBody>
          <a:bodyPr wrap="square" lIns="0" rIns="0" tIns="0" bIns="0" anchor="t">
            <a:spAutoFit/>
          </a:bodyPr>
          <a:lstStyle/>
          <a:p>
            <a:pPr algn="l">
              <a:spcAft>
                <a:spcPts val="0"/>
              </a:spcAft>
            </a:pPr>
            <a:r>
              <a:rPr sz="1400" b="0" i="0">
                <a:solidFill>
                  <a:srgbClr val="585858"/>
                </a:solidFill>
              </a:rPr>
              <a:t>AI retries again and again, burning money and time</a:t>
            </a:r>
          </a:p>
        </p:txBody>
      </p:sp>
      <p:sp>
        <p:nvSpPr>
          <p:cNvPr id="26" name="Icon circle FaCheck"/>
          <p:cNvSpPr/>
          <p:nvPr/>
        </p:nvSpPr>
        <p:spPr>
          <a:xfrm>
            <a:off x="832104" y="4544568"/>
            <a:ext cx="365760" cy="3657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aCheck_012E2B.png"/>
          <p:cNvPicPr>
            <a:picLocks noChangeAspect="1"/>
          </p:cNvPicPr>
          <p:nvPr/>
        </p:nvPicPr>
        <p:blipFill>
          <a:blip r:embed="rId4"/>
          <a:stretch>
            <a:fillRect/>
          </a:stretch>
        </p:blipFill>
        <p:spPr>
          <a:xfrm>
            <a:off x="919886" y="4632350"/>
            <a:ext cx="190195" cy="190195"/>
          </a:xfrm>
          <a:prstGeom prst="rect">
            <a:avLst/>
          </a:prstGeom>
        </p:spPr>
      </p:pic>
      <p:sp>
        <p:nvSpPr>
          <p:cNvPr id="28" name="TextBox 27"/>
          <p:cNvSpPr txBox="1"/>
          <p:nvPr/>
        </p:nvSpPr>
        <p:spPr>
          <a:xfrm>
            <a:off x="1609344" y="4480560"/>
            <a:ext cx="4206240" cy="502920"/>
          </a:xfrm>
          <a:prstGeom prst="rect">
            <a:avLst/>
          </a:prstGeom>
          <a:noFill/>
        </p:spPr>
        <p:txBody>
          <a:bodyPr wrap="square" lIns="0" rIns="0" tIns="0" bIns="0" anchor="ctr">
            <a:spAutoFit/>
          </a:bodyPr>
          <a:lstStyle/>
          <a:p>
            <a:pPr algn="l">
              <a:spcAft>
                <a:spcPts val="0"/>
              </a:spcAft>
            </a:pPr>
            <a:r>
              <a:rPr sz="1400" b="1" i="0">
                <a:solidFill>
                  <a:srgbClr val="332C2C"/>
                </a:solidFill>
              </a:rPr>
              <a:t>Every step has a cost, time and attempt ceiling</a:t>
            </a:r>
          </a:p>
        </p:txBody>
      </p:sp>
      <p:sp>
        <p:nvSpPr>
          <p:cNvPr id="29" name="Risk card 4"/>
          <p:cNvSpPr/>
          <p:nvPr/>
        </p:nvSpPr>
        <p:spPr>
          <a:xfrm>
            <a:off x="6181344" y="3429000"/>
            <a:ext cx="5486400" cy="1691640"/>
          </a:xfrm>
          <a:prstGeom prst="roundRect">
            <a:avLst>
              <a:gd name="adj" fmla="val 540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con circle FaSearch"/>
          <p:cNvSpPr/>
          <p:nvPr/>
        </p:nvSpPr>
        <p:spPr>
          <a:xfrm>
            <a:off x="6409944" y="3657600"/>
            <a:ext cx="640080" cy="64008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aSearch_FFFFFF.png"/>
          <p:cNvPicPr>
            <a:picLocks noChangeAspect="1"/>
          </p:cNvPicPr>
          <p:nvPr/>
        </p:nvPicPr>
        <p:blipFill>
          <a:blip r:embed="rId7"/>
          <a:stretch>
            <a:fillRect/>
          </a:stretch>
        </p:blipFill>
        <p:spPr>
          <a:xfrm>
            <a:off x="6563563" y="3811219"/>
            <a:ext cx="332841" cy="332841"/>
          </a:xfrm>
          <a:prstGeom prst="rect">
            <a:avLst/>
          </a:prstGeom>
        </p:spPr>
      </p:pic>
      <p:sp>
        <p:nvSpPr>
          <p:cNvPr id="32" name="TextBox 31"/>
          <p:cNvSpPr txBox="1"/>
          <p:nvPr/>
        </p:nvSpPr>
        <p:spPr>
          <a:xfrm>
            <a:off x="7278624" y="3611880"/>
            <a:ext cx="4206240" cy="320040"/>
          </a:xfrm>
          <a:prstGeom prst="rect">
            <a:avLst/>
          </a:prstGeom>
          <a:noFill/>
        </p:spPr>
        <p:txBody>
          <a:bodyPr wrap="square" lIns="0" rIns="0" tIns="0" bIns="0" anchor="t">
            <a:spAutoFit/>
          </a:bodyPr>
          <a:lstStyle/>
          <a:p>
            <a:pPr algn="l">
              <a:spcAft>
                <a:spcPts val="0"/>
              </a:spcAft>
            </a:pPr>
            <a:r>
              <a:rPr sz="2000" b="1" i="0">
                <a:solidFill>
                  <a:srgbClr val="012E2B"/>
                </a:solidFill>
              </a:rPr>
              <a:t>No traceability</a:t>
            </a:r>
          </a:p>
        </p:txBody>
      </p:sp>
      <p:sp>
        <p:nvSpPr>
          <p:cNvPr id="33" name="TextBox 32"/>
          <p:cNvSpPr txBox="1"/>
          <p:nvPr/>
        </p:nvSpPr>
        <p:spPr>
          <a:xfrm>
            <a:off x="7278624" y="3995928"/>
            <a:ext cx="4206240" cy="457200"/>
          </a:xfrm>
          <a:prstGeom prst="rect">
            <a:avLst/>
          </a:prstGeom>
          <a:noFill/>
        </p:spPr>
        <p:txBody>
          <a:bodyPr wrap="square" lIns="0" rIns="0" tIns="0" bIns="0" anchor="t">
            <a:spAutoFit/>
          </a:bodyPr>
          <a:lstStyle/>
          <a:p>
            <a:pPr algn="l">
              <a:spcAft>
                <a:spcPts val="0"/>
              </a:spcAft>
            </a:pPr>
            <a:r>
              <a:rPr sz="1400" b="0" i="0">
                <a:solidFill>
                  <a:srgbClr val="585858"/>
                </a:solidFill>
              </a:rPr>
              <a:t>Nobody knows which model did what, who approved, what it cost</a:t>
            </a:r>
          </a:p>
        </p:txBody>
      </p:sp>
      <p:sp>
        <p:nvSpPr>
          <p:cNvPr id="34" name="Icon circle FaCheck"/>
          <p:cNvSpPr/>
          <p:nvPr/>
        </p:nvSpPr>
        <p:spPr>
          <a:xfrm>
            <a:off x="6501383" y="4544568"/>
            <a:ext cx="365760" cy="3657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aCheck_012E2B.png"/>
          <p:cNvPicPr>
            <a:picLocks noChangeAspect="1"/>
          </p:cNvPicPr>
          <p:nvPr/>
        </p:nvPicPr>
        <p:blipFill>
          <a:blip r:embed="rId4"/>
          <a:stretch>
            <a:fillRect/>
          </a:stretch>
        </p:blipFill>
        <p:spPr>
          <a:xfrm>
            <a:off x="6589166" y="4632350"/>
            <a:ext cx="190195" cy="190195"/>
          </a:xfrm>
          <a:prstGeom prst="rect">
            <a:avLst/>
          </a:prstGeom>
        </p:spPr>
      </p:pic>
      <p:sp>
        <p:nvSpPr>
          <p:cNvPr id="36" name="TextBox 35"/>
          <p:cNvSpPr txBox="1"/>
          <p:nvPr/>
        </p:nvSpPr>
        <p:spPr>
          <a:xfrm>
            <a:off x="7278624" y="4480560"/>
            <a:ext cx="4206240" cy="502920"/>
          </a:xfrm>
          <a:prstGeom prst="rect">
            <a:avLst/>
          </a:prstGeom>
          <a:noFill/>
        </p:spPr>
        <p:txBody>
          <a:bodyPr wrap="square" lIns="0" rIns="0" tIns="0" bIns="0" anchor="ctr">
            <a:spAutoFit/>
          </a:bodyPr>
          <a:lstStyle/>
          <a:p>
            <a:pPr algn="l">
              <a:spcAft>
                <a:spcPts val="0"/>
              </a:spcAft>
            </a:pPr>
            <a:r>
              <a:rPr sz="1400" b="1" i="0">
                <a:solidFill>
                  <a:srgbClr val="332C2C"/>
                </a:solidFill>
              </a:rPr>
              <a:t>Model, cost and approver recorded for every step</a:t>
            </a:r>
          </a:p>
        </p:txBody>
      </p:sp>
      <p:sp>
        <p:nvSpPr>
          <p:cNvPr id="37" name="SCRUM-9 callout"/>
          <p:cNvSpPr/>
          <p:nvPr/>
        </p:nvSpPr>
        <p:spPr>
          <a:xfrm>
            <a:off x="512064" y="5303520"/>
            <a:ext cx="10149840" cy="640080"/>
          </a:xfrm>
          <a:prstGeom prst="roundRect">
            <a:avLst>
              <a:gd name="adj" fmla="val 14285"/>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con circle FaExclamationTriangle"/>
          <p:cNvSpPr/>
          <p:nvPr/>
        </p:nvSpPr>
        <p:spPr>
          <a:xfrm>
            <a:off x="731520" y="5394960"/>
            <a:ext cx="457200" cy="4572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FaExclamationTriangle_012E2B.png"/>
          <p:cNvPicPr>
            <a:picLocks noChangeAspect="1"/>
          </p:cNvPicPr>
          <p:nvPr/>
        </p:nvPicPr>
        <p:blipFill>
          <a:blip r:embed="rId8"/>
          <a:stretch>
            <a:fillRect/>
          </a:stretch>
        </p:blipFill>
        <p:spPr>
          <a:xfrm>
            <a:off x="841248" y="5504688"/>
            <a:ext cx="237744" cy="237744"/>
          </a:xfrm>
          <a:prstGeom prst="rect">
            <a:avLst/>
          </a:prstGeom>
        </p:spPr>
      </p:pic>
      <p:sp>
        <p:nvSpPr>
          <p:cNvPr id="40" name="TextBox 39"/>
          <p:cNvSpPr txBox="1"/>
          <p:nvPr/>
        </p:nvSpPr>
        <p:spPr>
          <a:xfrm>
            <a:off x="1371600" y="5303520"/>
            <a:ext cx="9144000" cy="640080"/>
          </a:xfrm>
          <a:prstGeom prst="rect">
            <a:avLst/>
          </a:prstGeom>
          <a:noFill/>
        </p:spPr>
        <p:txBody>
          <a:bodyPr wrap="square" lIns="0" rIns="0" tIns="0" bIns="0" anchor="ctr">
            <a:spAutoFit/>
          </a:bodyPr>
          <a:lstStyle/>
          <a:p>
            <a:pPr algn="l">
              <a:spcAft>
                <a:spcPts val="0"/>
              </a:spcAft>
            </a:pPr>
            <a:r>
              <a:rPr sz="1400" b="1" i="0">
                <a:solidFill>
                  <a:srgbClr val="02BA71"/>
                </a:solidFill>
              </a:rPr>
              <a:t>Real example (SCRUM-9): </a:t>
            </a:r>
            <a:r>
              <a:rPr sz="1400" b="0" i="0">
                <a:solidFill>
                  <a:srgbClr val="FFFFFF"/>
                </a:solidFill>
              </a:rPr>
              <a:t>the pipeline once reported “green” although no test had been generated. Fixed: green only when every rule has a test and the tests 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QA Process</a:t>
            </a:r>
          </a:p>
        </p:txBody>
      </p:sp>
      <p:sp>
        <p:nvSpPr>
          <p:cNvPr id="3" name="Text Placeholder 2"/>
          <p:cNvSpPr>
            <a:spLocks noGrp="1"/>
          </p:cNvSpPr>
          <p:nvPr>
            <p:ph type="body" idx="11" sz="quarter"/>
          </p:nvPr>
        </p:nvSpPr>
        <p:spPr/>
        <p:txBody>
          <a:bodyPr/>
          <a:lstStyle/>
          <a:p>
            <a:r>
              <a:rPr b="1" sz="1200">
                <a:solidFill>
                  <a:srgbClr val="FFFFFF"/>
                </a:solidFill>
              </a:rPr>
              <a:t>QA PROCESS</a:t>
            </a:r>
          </a:p>
        </p:txBody>
      </p:sp>
      <p:sp>
        <p:nvSpPr>
          <p:cNvPr id="4" name="Text Placeholder 3"/>
          <p:cNvSpPr>
            <a:spLocks noGrp="1"/>
          </p:cNvSpPr>
          <p:nvPr>
            <p:ph type="body" idx="13" sz="quarter"/>
          </p:nvPr>
        </p:nvSpPr>
        <p:spPr/>
        <p:txBody>
          <a:bodyPr/>
          <a:lstStyle/>
          <a:p>
            <a:r>
              <a:t>8 steps: AI proposes, humans hold the gates</a:t>
            </a:r>
          </a:p>
        </p:txBody>
      </p:sp>
      <p:sp>
        <p:nvSpPr>
          <p:cNvPr id="5" name="Oval 4"/>
          <p:cNvSpPr/>
          <p:nvPr/>
        </p:nvSpPr>
        <p:spPr>
          <a:xfrm>
            <a:off x="512064" y="1600200"/>
            <a:ext cx="182880" cy="18288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1554480"/>
            <a:ext cx="822960" cy="274320"/>
          </a:xfrm>
          <a:prstGeom prst="rect">
            <a:avLst/>
          </a:prstGeom>
          <a:noFill/>
        </p:spPr>
        <p:txBody>
          <a:bodyPr wrap="square" lIns="0" rIns="0" tIns="0" bIns="0" anchor="ctr">
            <a:spAutoFit/>
          </a:bodyPr>
          <a:lstStyle/>
          <a:p>
            <a:pPr algn="l">
              <a:spcAft>
                <a:spcPts val="0"/>
              </a:spcAft>
            </a:pPr>
            <a:r>
              <a:rPr sz="1300" b="0" i="0">
                <a:solidFill>
                  <a:srgbClr val="332C2C"/>
                </a:solidFill>
              </a:rPr>
              <a:t>AI</a:t>
            </a:r>
          </a:p>
        </p:txBody>
      </p:sp>
      <p:sp>
        <p:nvSpPr>
          <p:cNvPr id="7" name="Oval 6"/>
          <p:cNvSpPr/>
          <p:nvPr/>
        </p:nvSpPr>
        <p:spPr>
          <a:xfrm>
            <a:off x="1609344" y="1600200"/>
            <a:ext cx="182880" cy="18288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883664" y="1554480"/>
            <a:ext cx="1645920" cy="274320"/>
          </a:xfrm>
          <a:prstGeom prst="rect">
            <a:avLst/>
          </a:prstGeom>
          <a:noFill/>
        </p:spPr>
        <p:txBody>
          <a:bodyPr wrap="square" lIns="0" rIns="0" tIns="0" bIns="0" anchor="ctr">
            <a:spAutoFit/>
          </a:bodyPr>
          <a:lstStyle/>
          <a:p>
            <a:pPr algn="l">
              <a:spcAft>
                <a:spcPts val="0"/>
              </a:spcAft>
            </a:pPr>
            <a:r>
              <a:rPr sz="1300" b="0" i="0">
                <a:solidFill>
                  <a:srgbClr val="332C2C"/>
                </a:solidFill>
              </a:rPr>
              <a:t>Human gate</a:t>
            </a:r>
          </a:p>
        </p:txBody>
      </p:sp>
      <p:sp>
        <p:nvSpPr>
          <p:cNvPr id="9" name="Oval 8"/>
          <p:cNvSpPr/>
          <p:nvPr/>
        </p:nvSpPr>
        <p:spPr>
          <a:xfrm>
            <a:off x="3529584" y="1600200"/>
            <a:ext cx="182880" cy="182880"/>
          </a:xfrm>
          <a:prstGeom prst="ellipse">
            <a:avLst/>
          </a:prstGeom>
          <a:solidFill>
            <a:srgbClr val="FFFFFF"/>
          </a:solidFill>
          <a:ln w="19050">
            <a:solidFill>
              <a:srgbClr val="02BA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03904" y="1554480"/>
            <a:ext cx="1280160" cy="274320"/>
          </a:xfrm>
          <a:prstGeom prst="rect">
            <a:avLst/>
          </a:prstGeom>
          <a:noFill/>
        </p:spPr>
        <p:txBody>
          <a:bodyPr wrap="square" lIns="0" rIns="0" tIns="0" bIns="0" anchor="ctr">
            <a:spAutoFit/>
          </a:bodyPr>
          <a:lstStyle/>
          <a:p>
            <a:pPr algn="l">
              <a:spcAft>
                <a:spcPts val="0"/>
              </a:spcAft>
            </a:pPr>
            <a:r>
              <a:rPr sz="1300" b="0" i="0">
                <a:solidFill>
                  <a:srgbClr val="332C2C"/>
                </a:solidFill>
              </a:rPr>
              <a:t>No AI</a:t>
            </a:r>
          </a:p>
        </p:txBody>
      </p:sp>
      <p:sp>
        <p:nvSpPr>
          <p:cNvPr id="11" name="Rounded Rectangle 10"/>
          <p:cNvSpPr/>
          <p:nvPr/>
        </p:nvSpPr>
        <p:spPr>
          <a:xfrm>
            <a:off x="5084064" y="1609344"/>
            <a:ext cx="365760" cy="182880"/>
          </a:xfrm>
          <a:prstGeom prst="roundRect">
            <a:avLst>
              <a:gd name="adj" fmla="val 20000"/>
            </a:avLst>
          </a:prstGeom>
          <a:solidFill>
            <a:srgbClr val="FFFFFF"/>
          </a:solidFill>
          <a:ln w="12700">
            <a:solidFill>
              <a:srgbClr val="5858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41264" y="1554480"/>
            <a:ext cx="3200400" cy="274320"/>
          </a:xfrm>
          <a:prstGeom prst="rect">
            <a:avLst/>
          </a:prstGeom>
          <a:noFill/>
        </p:spPr>
        <p:txBody>
          <a:bodyPr wrap="square" lIns="0" rIns="0" tIns="0" bIns="0" anchor="ctr">
            <a:spAutoFit/>
          </a:bodyPr>
          <a:lstStyle/>
          <a:p>
            <a:pPr algn="l">
              <a:spcAft>
                <a:spcPts val="0"/>
              </a:spcAft>
            </a:pPr>
            <a:r>
              <a:rPr sz="1300" b="0" i="0">
                <a:solidFill>
                  <a:srgbClr val="332C2C"/>
                </a:solidFill>
              </a:rPr>
              <a:t>Designed, not built yet</a:t>
            </a:r>
          </a:p>
        </p:txBody>
      </p:sp>
      <p:sp>
        <p:nvSpPr>
          <p:cNvPr id="13" name="Step 1"/>
          <p:cNvSpPr/>
          <p:nvPr/>
        </p:nvSpPr>
        <p:spPr>
          <a:xfrm>
            <a:off x="512064" y="1965960"/>
            <a:ext cx="1280160" cy="3017520"/>
          </a:xfrm>
          <a:prstGeom prst="roundRect">
            <a:avLst>
              <a:gd name="adj" fmla="val 714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 circle FaTicketAlt"/>
          <p:cNvSpPr/>
          <p:nvPr/>
        </p:nvSpPr>
        <p:spPr>
          <a:xfrm>
            <a:off x="649224" y="2148840"/>
            <a:ext cx="594360" cy="5943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TicketAlt_012E2B.png"/>
          <p:cNvPicPr>
            <a:picLocks noChangeAspect="1"/>
          </p:cNvPicPr>
          <p:nvPr/>
        </p:nvPicPr>
        <p:blipFill>
          <a:blip r:embed="rId3"/>
          <a:stretch>
            <a:fillRect/>
          </a:stretch>
        </p:blipFill>
        <p:spPr>
          <a:xfrm>
            <a:off x="791870" y="2291486"/>
            <a:ext cx="309067" cy="309067"/>
          </a:xfrm>
          <a:prstGeom prst="rect">
            <a:avLst/>
          </a:prstGeom>
        </p:spPr>
      </p:pic>
      <p:sp>
        <p:nvSpPr>
          <p:cNvPr id="16" name="TextBox 15"/>
          <p:cNvSpPr txBox="1"/>
          <p:nvPr/>
        </p:nvSpPr>
        <p:spPr>
          <a:xfrm>
            <a:off x="1380744"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1</a:t>
            </a:r>
          </a:p>
        </p:txBody>
      </p:sp>
      <p:sp>
        <p:nvSpPr>
          <p:cNvPr id="17" name="TextBox 16"/>
          <p:cNvSpPr txBox="1"/>
          <p:nvPr/>
        </p:nvSpPr>
        <p:spPr>
          <a:xfrm>
            <a:off x="649224"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Receive ticket</a:t>
            </a:r>
          </a:p>
        </p:txBody>
      </p:sp>
      <p:sp>
        <p:nvSpPr>
          <p:cNvPr id="18" name="Pill HUMAN"/>
          <p:cNvSpPr/>
          <p:nvPr/>
        </p:nvSpPr>
        <p:spPr>
          <a:xfrm>
            <a:off x="649224" y="3657600"/>
            <a:ext cx="1005839" cy="237744"/>
          </a:xfrm>
          <a:prstGeom prst="roundRect">
            <a:avLst>
              <a:gd name="adj" fmla="val 5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9224" y="3657600"/>
            <a:ext cx="1005839" cy="237744"/>
          </a:xfrm>
          <a:prstGeom prst="rect">
            <a:avLst/>
          </a:prstGeom>
          <a:noFill/>
        </p:spPr>
        <p:txBody>
          <a:bodyPr wrap="square" lIns="0" rIns="0" tIns="0" bIns="0" anchor="ctr">
            <a:spAutoFit/>
          </a:bodyPr>
          <a:lstStyle/>
          <a:p>
            <a:pPr algn="ctr">
              <a:spcAft>
                <a:spcPts val="0"/>
              </a:spcAft>
            </a:pPr>
            <a:r>
              <a:rPr sz="1000" b="1" i="0">
                <a:solidFill>
                  <a:srgbClr val="012E2B"/>
                </a:solidFill>
              </a:rPr>
              <a:t>HUMAN</a:t>
            </a:r>
          </a:p>
        </p:txBody>
      </p:sp>
      <p:sp>
        <p:nvSpPr>
          <p:cNvPr id="20" name="TextBox 19"/>
          <p:cNvSpPr txBox="1"/>
          <p:nvPr/>
        </p:nvSpPr>
        <p:spPr>
          <a:xfrm>
            <a:off x="649224"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Requirement written in Jira</a:t>
            </a:r>
          </a:p>
        </p:txBody>
      </p:sp>
      <p:sp>
        <p:nvSpPr>
          <p:cNvPr id="21" name="TextBox 20"/>
          <p:cNvSpPr txBox="1"/>
          <p:nvPr/>
        </p:nvSpPr>
        <p:spPr>
          <a:xfrm>
            <a:off x="649224" y="4690872"/>
            <a:ext cx="1051560" cy="201168"/>
          </a:xfrm>
          <a:prstGeom prst="rect">
            <a:avLst/>
          </a:prstGeom>
          <a:noFill/>
        </p:spPr>
        <p:txBody>
          <a:bodyPr wrap="square" lIns="0" rIns="0" tIns="0" bIns="0" anchor="t">
            <a:spAutoFit/>
          </a:bodyPr>
          <a:lstStyle/>
          <a:p>
            <a:pPr algn="l">
              <a:spcAft>
                <a:spcPts val="0"/>
              </a:spcAft>
            </a:pPr>
            <a:r>
              <a:rPr sz="1100" b="1" i="0">
                <a:solidFill>
                  <a:srgbClr val="012E2B"/>
                </a:solidFill>
              </a:rPr>
              <a:t>Built</a:t>
            </a:r>
          </a:p>
        </p:txBody>
      </p:sp>
      <p:sp>
        <p:nvSpPr>
          <p:cNvPr id="22" name="Step 2"/>
          <p:cNvSpPr/>
          <p:nvPr/>
        </p:nvSpPr>
        <p:spPr>
          <a:xfrm>
            <a:off x="1920240" y="1965960"/>
            <a:ext cx="1280160" cy="3017520"/>
          </a:xfrm>
          <a:prstGeom prst="roundRect">
            <a:avLst>
              <a:gd name="adj" fmla="val 714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con circle FaSearch"/>
          <p:cNvSpPr/>
          <p:nvPr/>
        </p:nvSpPr>
        <p:spPr>
          <a:xfrm>
            <a:off x="2057400" y="2148840"/>
            <a:ext cx="594360" cy="5943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aSearch_FFFFFF.png"/>
          <p:cNvPicPr>
            <a:picLocks noChangeAspect="1"/>
          </p:cNvPicPr>
          <p:nvPr/>
        </p:nvPicPr>
        <p:blipFill>
          <a:blip r:embed="rId4"/>
          <a:stretch>
            <a:fillRect/>
          </a:stretch>
        </p:blipFill>
        <p:spPr>
          <a:xfrm>
            <a:off x="2200046" y="2291486"/>
            <a:ext cx="309067" cy="309067"/>
          </a:xfrm>
          <a:prstGeom prst="rect">
            <a:avLst/>
          </a:prstGeom>
        </p:spPr>
      </p:pic>
      <p:sp>
        <p:nvSpPr>
          <p:cNvPr id="25" name="TextBox 24"/>
          <p:cNvSpPr txBox="1"/>
          <p:nvPr/>
        </p:nvSpPr>
        <p:spPr>
          <a:xfrm>
            <a:off x="2788920"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2</a:t>
            </a:r>
          </a:p>
        </p:txBody>
      </p:sp>
      <p:sp>
        <p:nvSpPr>
          <p:cNvPr id="26" name="TextBox 25"/>
          <p:cNvSpPr txBox="1"/>
          <p:nvPr/>
        </p:nvSpPr>
        <p:spPr>
          <a:xfrm>
            <a:off x="2057400"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Clarify the requirement</a:t>
            </a:r>
          </a:p>
        </p:txBody>
      </p:sp>
      <p:sp>
        <p:nvSpPr>
          <p:cNvPr id="27" name="Pill AI"/>
          <p:cNvSpPr/>
          <p:nvPr/>
        </p:nvSpPr>
        <p:spPr>
          <a:xfrm>
            <a:off x="2057400" y="3657600"/>
            <a:ext cx="1005839" cy="237744"/>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057400" y="3657600"/>
            <a:ext cx="1005839" cy="237744"/>
          </a:xfrm>
          <a:prstGeom prst="rect">
            <a:avLst/>
          </a:prstGeom>
          <a:noFill/>
        </p:spPr>
        <p:txBody>
          <a:bodyPr wrap="square" lIns="0" rIns="0" tIns="0" bIns="0" anchor="ctr">
            <a:spAutoFit/>
          </a:bodyPr>
          <a:lstStyle/>
          <a:p>
            <a:pPr algn="ctr">
              <a:spcAft>
                <a:spcPts val="0"/>
              </a:spcAft>
            </a:pPr>
            <a:r>
              <a:rPr sz="1000" b="1" i="0">
                <a:solidFill>
                  <a:srgbClr val="FFFFFF"/>
                </a:solidFill>
              </a:rPr>
              <a:t>AI</a:t>
            </a:r>
          </a:p>
        </p:txBody>
      </p:sp>
      <p:sp>
        <p:nvSpPr>
          <p:cNvPr id="29" name="TextBox 28"/>
          <p:cNvSpPr txBox="1"/>
          <p:nvPr/>
        </p:nvSpPr>
        <p:spPr>
          <a:xfrm>
            <a:off x="2057400"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Vague? Stop, a human answers</a:t>
            </a:r>
          </a:p>
        </p:txBody>
      </p:sp>
      <p:sp>
        <p:nvSpPr>
          <p:cNvPr id="30" name="TextBox 29"/>
          <p:cNvSpPr txBox="1"/>
          <p:nvPr/>
        </p:nvSpPr>
        <p:spPr>
          <a:xfrm>
            <a:off x="2057400" y="4690872"/>
            <a:ext cx="1051560" cy="201168"/>
          </a:xfrm>
          <a:prstGeom prst="rect">
            <a:avLst/>
          </a:prstGeom>
          <a:noFill/>
        </p:spPr>
        <p:txBody>
          <a:bodyPr wrap="square" lIns="0" rIns="0" tIns="0" bIns="0" anchor="t">
            <a:spAutoFit/>
          </a:bodyPr>
          <a:lstStyle/>
          <a:p>
            <a:pPr algn="l">
              <a:spcAft>
                <a:spcPts val="0"/>
              </a:spcAft>
            </a:pPr>
            <a:r>
              <a:rPr sz="1100" b="1" i="0">
                <a:solidFill>
                  <a:srgbClr val="012E2B"/>
                </a:solidFill>
              </a:rPr>
              <a:t>Built</a:t>
            </a:r>
          </a:p>
        </p:txBody>
      </p:sp>
      <p:sp>
        <p:nvSpPr>
          <p:cNvPr id="31" name="Step 3"/>
          <p:cNvSpPr/>
          <p:nvPr/>
        </p:nvSpPr>
        <p:spPr>
          <a:xfrm>
            <a:off x="3328416" y="1965960"/>
            <a:ext cx="1280160" cy="3017520"/>
          </a:xfrm>
          <a:prstGeom prst="roundRect">
            <a:avLst>
              <a:gd name="adj" fmla="val 714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con circle FaClipboardList"/>
          <p:cNvSpPr/>
          <p:nvPr/>
        </p:nvSpPr>
        <p:spPr>
          <a:xfrm>
            <a:off x="3465576" y="2148840"/>
            <a:ext cx="594360" cy="5943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aClipboardList_FFFFFF.png"/>
          <p:cNvPicPr>
            <a:picLocks noChangeAspect="1"/>
          </p:cNvPicPr>
          <p:nvPr/>
        </p:nvPicPr>
        <p:blipFill>
          <a:blip r:embed="rId5"/>
          <a:stretch>
            <a:fillRect/>
          </a:stretch>
        </p:blipFill>
        <p:spPr>
          <a:xfrm>
            <a:off x="3608222" y="2291486"/>
            <a:ext cx="309067" cy="309067"/>
          </a:xfrm>
          <a:prstGeom prst="rect">
            <a:avLst/>
          </a:prstGeom>
        </p:spPr>
      </p:pic>
      <p:sp>
        <p:nvSpPr>
          <p:cNvPr id="34" name="TextBox 33"/>
          <p:cNvSpPr txBox="1"/>
          <p:nvPr/>
        </p:nvSpPr>
        <p:spPr>
          <a:xfrm>
            <a:off x="4197096"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3</a:t>
            </a:r>
          </a:p>
        </p:txBody>
      </p:sp>
      <p:sp>
        <p:nvSpPr>
          <p:cNvPr id="35" name="TextBox 34"/>
          <p:cNvSpPr txBox="1"/>
          <p:nvPr/>
        </p:nvSpPr>
        <p:spPr>
          <a:xfrm>
            <a:off x="3465576"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Design test cases</a:t>
            </a:r>
          </a:p>
        </p:txBody>
      </p:sp>
      <p:sp>
        <p:nvSpPr>
          <p:cNvPr id="36" name="Pill AI"/>
          <p:cNvSpPr/>
          <p:nvPr/>
        </p:nvSpPr>
        <p:spPr>
          <a:xfrm>
            <a:off x="3465576" y="3657600"/>
            <a:ext cx="1005839" cy="237744"/>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465576" y="3657600"/>
            <a:ext cx="1005839" cy="237744"/>
          </a:xfrm>
          <a:prstGeom prst="rect">
            <a:avLst/>
          </a:prstGeom>
          <a:noFill/>
        </p:spPr>
        <p:txBody>
          <a:bodyPr wrap="square" lIns="0" rIns="0" tIns="0" bIns="0" anchor="ctr">
            <a:spAutoFit/>
          </a:bodyPr>
          <a:lstStyle/>
          <a:p>
            <a:pPr algn="ctr">
              <a:spcAft>
                <a:spcPts val="0"/>
              </a:spcAft>
            </a:pPr>
            <a:r>
              <a:rPr sz="1000" b="1" i="0">
                <a:solidFill>
                  <a:srgbClr val="FFFFFF"/>
                </a:solidFill>
              </a:rPr>
              <a:t>AI</a:t>
            </a:r>
          </a:p>
        </p:txBody>
      </p:sp>
      <p:sp>
        <p:nvSpPr>
          <p:cNvPr id="38" name="TextBox 37"/>
          <p:cNvSpPr txBox="1"/>
          <p:nvPr/>
        </p:nvSpPr>
        <p:spPr>
          <a:xfrm>
            <a:off x="3465576"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A human approves rules + cases</a:t>
            </a:r>
          </a:p>
        </p:txBody>
      </p:sp>
      <p:sp>
        <p:nvSpPr>
          <p:cNvPr id="39" name="TextBox 38"/>
          <p:cNvSpPr txBox="1"/>
          <p:nvPr/>
        </p:nvSpPr>
        <p:spPr>
          <a:xfrm>
            <a:off x="3465576" y="4690872"/>
            <a:ext cx="1051560" cy="201168"/>
          </a:xfrm>
          <a:prstGeom prst="rect">
            <a:avLst/>
          </a:prstGeom>
          <a:noFill/>
        </p:spPr>
        <p:txBody>
          <a:bodyPr wrap="square" lIns="0" rIns="0" tIns="0" bIns="0" anchor="t">
            <a:spAutoFit/>
          </a:bodyPr>
          <a:lstStyle/>
          <a:p>
            <a:pPr algn="l">
              <a:spcAft>
                <a:spcPts val="0"/>
              </a:spcAft>
            </a:pPr>
            <a:r>
              <a:rPr sz="1100" b="1" i="0">
                <a:solidFill>
                  <a:srgbClr val="012E2B"/>
                </a:solidFill>
              </a:rPr>
              <a:t>Built</a:t>
            </a:r>
          </a:p>
        </p:txBody>
      </p:sp>
      <p:sp>
        <p:nvSpPr>
          <p:cNvPr id="40" name="Step 4"/>
          <p:cNvSpPr/>
          <p:nvPr/>
        </p:nvSpPr>
        <p:spPr>
          <a:xfrm>
            <a:off x="4736592" y="1965960"/>
            <a:ext cx="1280160" cy="3017520"/>
          </a:xfrm>
          <a:prstGeom prst="roundRect">
            <a:avLst>
              <a:gd name="adj" fmla="val 714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con circle FaMobileAlt"/>
          <p:cNvSpPr/>
          <p:nvPr/>
        </p:nvSpPr>
        <p:spPr>
          <a:xfrm>
            <a:off x="4873752" y="2148840"/>
            <a:ext cx="594360" cy="5943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FaMobileAlt_FFFFFF.png"/>
          <p:cNvPicPr>
            <a:picLocks noChangeAspect="1"/>
          </p:cNvPicPr>
          <p:nvPr/>
        </p:nvPicPr>
        <p:blipFill>
          <a:blip r:embed="rId6"/>
          <a:stretch>
            <a:fillRect/>
          </a:stretch>
        </p:blipFill>
        <p:spPr>
          <a:xfrm>
            <a:off x="5016398" y="2291486"/>
            <a:ext cx="309067" cy="309067"/>
          </a:xfrm>
          <a:prstGeom prst="rect">
            <a:avLst/>
          </a:prstGeom>
        </p:spPr>
      </p:pic>
      <p:sp>
        <p:nvSpPr>
          <p:cNvPr id="43" name="TextBox 42"/>
          <p:cNvSpPr txBox="1"/>
          <p:nvPr/>
        </p:nvSpPr>
        <p:spPr>
          <a:xfrm>
            <a:off x="5605272"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4</a:t>
            </a:r>
          </a:p>
        </p:txBody>
      </p:sp>
      <p:sp>
        <p:nvSpPr>
          <p:cNvPr id="44" name="TextBox 43"/>
          <p:cNvSpPr txBox="1"/>
          <p:nvPr/>
        </p:nvSpPr>
        <p:spPr>
          <a:xfrm>
            <a:off x="4873752"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Write tests on the real app</a:t>
            </a:r>
          </a:p>
        </p:txBody>
      </p:sp>
      <p:sp>
        <p:nvSpPr>
          <p:cNvPr id="45" name="Pill AI"/>
          <p:cNvSpPr/>
          <p:nvPr/>
        </p:nvSpPr>
        <p:spPr>
          <a:xfrm>
            <a:off x="4873752" y="3657600"/>
            <a:ext cx="1005839" cy="237744"/>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873752" y="3657600"/>
            <a:ext cx="1005839" cy="237744"/>
          </a:xfrm>
          <a:prstGeom prst="rect">
            <a:avLst/>
          </a:prstGeom>
          <a:noFill/>
        </p:spPr>
        <p:txBody>
          <a:bodyPr wrap="square" lIns="0" rIns="0" tIns="0" bIns="0" anchor="ctr">
            <a:spAutoFit/>
          </a:bodyPr>
          <a:lstStyle/>
          <a:p>
            <a:pPr algn="ctr">
              <a:spcAft>
                <a:spcPts val="0"/>
              </a:spcAft>
            </a:pPr>
            <a:r>
              <a:rPr sz="1000" b="1" i="0">
                <a:solidFill>
                  <a:srgbClr val="FFFFFF"/>
                </a:solidFill>
              </a:rPr>
              <a:t>AI</a:t>
            </a:r>
          </a:p>
        </p:txBody>
      </p:sp>
      <p:sp>
        <p:nvSpPr>
          <p:cNvPr id="47" name="TextBox 46"/>
          <p:cNvSpPr txBox="1"/>
          <p:nvPr/>
        </p:nvSpPr>
        <p:spPr>
          <a:xfrm>
            <a:off x="4873752"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Cost and time ceilings</a:t>
            </a:r>
          </a:p>
        </p:txBody>
      </p:sp>
      <p:sp>
        <p:nvSpPr>
          <p:cNvPr id="48" name="TextBox 47"/>
          <p:cNvSpPr txBox="1"/>
          <p:nvPr/>
        </p:nvSpPr>
        <p:spPr>
          <a:xfrm>
            <a:off x="4873752" y="4690872"/>
            <a:ext cx="1051560" cy="201168"/>
          </a:xfrm>
          <a:prstGeom prst="rect">
            <a:avLst/>
          </a:prstGeom>
          <a:noFill/>
        </p:spPr>
        <p:txBody>
          <a:bodyPr wrap="square" lIns="0" rIns="0" tIns="0" bIns="0" anchor="t">
            <a:spAutoFit/>
          </a:bodyPr>
          <a:lstStyle/>
          <a:p>
            <a:pPr algn="l">
              <a:spcAft>
                <a:spcPts val="0"/>
              </a:spcAft>
            </a:pPr>
            <a:r>
              <a:rPr sz="1100" b="1" i="0">
                <a:solidFill>
                  <a:srgbClr val="012E2B"/>
                </a:solidFill>
              </a:rPr>
              <a:t>Built</a:t>
            </a:r>
          </a:p>
        </p:txBody>
      </p:sp>
      <p:sp>
        <p:nvSpPr>
          <p:cNvPr id="49" name="Step 5"/>
          <p:cNvSpPr/>
          <p:nvPr/>
        </p:nvSpPr>
        <p:spPr>
          <a:xfrm>
            <a:off x="6144768" y="1965960"/>
            <a:ext cx="1280160" cy="3017520"/>
          </a:xfrm>
          <a:prstGeom prst="roundRect">
            <a:avLst>
              <a:gd name="adj" fmla="val 714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Icon circle FaCodeBranch"/>
          <p:cNvSpPr/>
          <p:nvPr/>
        </p:nvSpPr>
        <p:spPr>
          <a:xfrm>
            <a:off x="6281928" y="2148840"/>
            <a:ext cx="594360" cy="5943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FaCodeBranch_012E2B.png"/>
          <p:cNvPicPr>
            <a:picLocks noChangeAspect="1"/>
          </p:cNvPicPr>
          <p:nvPr/>
        </p:nvPicPr>
        <p:blipFill>
          <a:blip r:embed="rId7"/>
          <a:stretch>
            <a:fillRect/>
          </a:stretch>
        </p:blipFill>
        <p:spPr>
          <a:xfrm>
            <a:off x="6424574" y="2291486"/>
            <a:ext cx="309067" cy="309067"/>
          </a:xfrm>
          <a:prstGeom prst="rect">
            <a:avLst/>
          </a:prstGeom>
        </p:spPr>
      </p:pic>
      <p:sp>
        <p:nvSpPr>
          <p:cNvPr id="52" name="TextBox 51"/>
          <p:cNvSpPr txBox="1"/>
          <p:nvPr/>
        </p:nvSpPr>
        <p:spPr>
          <a:xfrm>
            <a:off x="7013448"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5</a:t>
            </a:r>
          </a:p>
        </p:txBody>
      </p:sp>
      <p:sp>
        <p:nvSpPr>
          <p:cNvPr id="53" name="TextBox 52"/>
          <p:cNvSpPr txBox="1"/>
          <p:nvPr/>
        </p:nvSpPr>
        <p:spPr>
          <a:xfrm>
            <a:off x="6281928"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Review &amp; merge</a:t>
            </a:r>
          </a:p>
        </p:txBody>
      </p:sp>
      <p:sp>
        <p:nvSpPr>
          <p:cNvPr id="54" name="Pill HUMAN"/>
          <p:cNvSpPr/>
          <p:nvPr/>
        </p:nvSpPr>
        <p:spPr>
          <a:xfrm>
            <a:off x="6281928" y="3657600"/>
            <a:ext cx="1005839" cy="237744"/>
          </a:xfrm>
          <a:prstGeom prst="roundRect">
            <a:avLst>
              <a:gd name="adj" fmla="val 5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281928" y="3657600"/>
            <a:ext cx="1005839" cy="237744"/>
          </a:xfrm>
          <a:prstGeom prst="rect">
            <a:avLst/>
          </a:prstGeom>
          <a:noFill/>
        </p:spPr>
        <p:txBody>
          <a:bodyPr wrap="square" lIns="0" rIns="0" tIns="0" bIns="0" anchor="ctr">
            <a:spAutoFit/>
          </a:bodyPr>
          <a:lstStyle/>
          <a:p>
            <a:pPr algn="ctr">
              <a:spcAft>
                <a:spcPts val="0"/>
              </a:spcAft>
            </a:pPr>
            <a:r>
              <a:rPr sz="1000" b="1" i="0">
                <a:solidFill>
                  <a:srgbClr val="012E2B"/>
                </a:solidFill>
              </a:rPr>
              <a:t>HUMAN</a:t>
            </a:r>
          </a:p>
        </p:txBody>
      </p:sp>
      <p:sp>
        <p:nvSpPr>
          <p:cNvPr id="56" name="TextBox 55"/>
          <p:cNvSpPr txBox="1"/>
          <p:nvPr/>
        </p:nvSpPr>
        <p:spPr>
          <a:xfrm>
            <a:off x="6281928"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A human approves the PR</a:t>
            </a:r>
          </a:p>
        </p:txBody>
      </p:sp>
      <p:sp>
        <p:nvSpPr>
          <p:cNvPr id="57" name="TextBox 56"/>
          <p:cNvSpPr txBox="1"/>
          <p:nvPr/>
        </p:nvSpPr>
        <p:spPr>
          <a:xfrm>
            <a:off x="6281928" y="4690872"/>
            <a:ext cx="1051560" cy="201168"/>
          </a:xfrm>
          <a:prstGeom prst="rect">
            <a:avLst/>
          </a:prstGeom>
          <a:noFill/>
        </p:spPr>
        <p:txBody>
          <a:bodyPr wrap="square" lIns="0" rIns="0" tIns="0" bIns="0" anchor="t">
            <a:spAutoFit/>
          </a:bodyPr>
          <a:lstStyle/>
          <a:p>
            <a:pPr algn="l">
              <a:spcAft>
                <a:spcPts val="0"/>
              </a:spcAft>
            </a:pPr>
            <a:r>
              <a:rPr sz="1100" b="1" i="0">
                <a:solidFill>
                  <a:srgbClr val="012E2B"/>
                </a:solidFill>
              </a:rPr>
              <a:t>Built</a:t>
            </a:r>
          </a:p>
        </p:txBody>
      </p:sp>
      <p:sp>
        <p:nvSpPr>
          <p:cNvPr id="58" name="Step 6"/>
          <p:cNvSpPr/>
          <p:nvPr/>
        </p:nvSpPr>
        <p:spPr>
          <a:xfrm>
            <a:off x="7552944" y="1965960"/>
            <a:ext cx="1280160" cy="3017520"/>
          </a:xfrm>
          <a:prstGeom prst="roundRect">
            <a:avLst>
              <a:gd name="adj" fmla="val 714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7690104" y="2148840"/>
            <a:ext cx="594360" cy="594360"/>
          </a:xfrm>
          <a:prstGeom prst="ellipse">
            <a:avLst/>
          </a:prstGeom>
          <a:solidFill>
            <a:srgbClr val="FFFFFF"/>
          </a:solidFill>
          <a:ln w="31750">
            <a:solidFill>
              <a:srgbClr val="02BA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0" name="Picture 59" descr="FaCheckCircle_02BA71.png"/>
          <p:cNvPicPr>
            <a:picLocks noChangeAspect="1"/>
          </p:cNvPicPr>
          <p:nvPr/>
        </p:nvPicPr>
        <p:blipFill>
          <a:blip r:embed="rId8"/>
          <a:stretch>
            <a:fillRect/>
          </a:stretch>
        </p:blipFill>
        <p:spPr>
          <a:xfrm>
            <a:off x="7840979" y="2299716"/>
            <a:ext cx="292608" cy="292608"/>
          </a:xfrm>
          <a:prstGeom prst="rect">
            <a:avLst/>
          </a:prstGeom>
        </p:spPr>
      </p:pic>
      <p:sp>
        <p:nvSpPr>
          <p:cNvPr id="61" name="TextBox 60"/>
          <p:cNvSpPr txBox="1"/>
          <p:nvPr/>
        </p:nvSpPr>
        <p:spPr>
          <a:xfrm>
            <a:off x="8421624"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6</a:t>
            </a:r>
          </a:p>
        </p:txBody>
      </p:sp>
      <p:sp>
        <p:nvSpPr>
          <p:cNvPr id="62" name="TextBox 61"/>
          <p:cNvSpPr txBox="1"/>
          <p:nvPr/>
        </p:nvSpPr>
        <p:spPr>
          <a:xfrm>
            <a:off x="7690104"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CI regression</a:t>
            </a:r>
          </a:p>
        </p:txBody>
      </p:sp>
      <p:sp>
        <p:nvSpPr>
          <p:cNvPr id="63" name="Pill NO AI"/>
          <p:cNvSpPr/>
          <p:nvPr/>
        </p:nvSpPr>
        <p:spPr>
          <a:xfrm>
            <a:off x="7690104" y="3657600"/>
            <a:ext cx="1005839" cy="237744"/>
          </a:xfrm>
          <a:prstGeom prst="roundRect">
            <a:avLst>
              <a:gd name="adj" fmla="val 50000"/>
            </a:avLst>
          </a:prstGeom>
          <a:solidFill>
            <a:srgbClr val="FFFFFF"/>
          </a:solidFill>
          <a:ln w="19050">
            <a:solidFill>
              <a:srgbClr val="02BA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690104" y="3657600"/>
            <a:ext cx="1005839" cy="237744"/>
          </a:xfrm>
          <a:prstGeom prst="rect">
            <a:avLst/>
          </a:prstGeom>
          <a:noFill/>
        </p:spPr>
        <p:txBody>
          <a:bodyPr wrap="square" lIns="0" rIns="0" tIns="0" bIns="0" anchor="ctr">
            <a:spAutoFit/>
          </a:bodyPr>
          <a:lstStyle/>
          <a:p>
            <a:pPr algn="ctr">
              <a:spcAft>
                <a:spcPts val="0"/>
              </a:spcAft>
            </a:pPr>
            <a:r>
              <a:rPr sz="1000" b="1" i="0">
                <a:solidFill>
                  <a:srgbClr val="012E2B"/>
                </a:solidFill>
              </a:rPr>
              <a:t>NO AI</a:t>
            </a:r>
          </a:p>
        </p:txBody>
      </p:sp>
      <p:sp>
        <p:nvSpPr>
          <p:cNvPr id="65" name="TextBox 64"/>
          <p:cNvSpPr txBox="1"/>
          <p:nvPr/>
        </p:nvSpPr>
        <p:spPr>
          <a:xfrm>
            <a:off x="7690104"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Maestro decides pass/fail</a:t>
            </a:r>
          </a:p>
        </p:txBody>
      </p:sp>
      <p:sp>
        <p:nvSpPr>
          <p:cNvPr id="66" name="TextBox 65"/>
          <p:cNvSpPr txBox="1"/>
          <p:nvPr/>
        </p:nvSpPr>
        <p:spPr>
          <a:xfrm>
            <a:off x="7690104" y="4690872"/>
            <a:ext cx="1051560" cy="201168"/>
          </a:xfrm>
          <a:prstGeom prst="rect">
            <a:avLst/>
          </a:prstGeom>
          <a:noFill/>
        </p:spPr>
        <p:txBody>
          <a:bodyPr wrap="square" lIns="0" rIns="0" tIns="0" bIns="0" anchor="t">
            <a:spAutoFit/>
          </a:bodyPr>
          <a:lstStyle/>
          <a:p>
            <a:pPr algn="l">
              <a:spcAft>
                <a:spcPts val="0"/>
              </a:spcAft>
            </a:pPr>
            <a:r>
              <a:rPr sz="1100" b="1" i="0">
                <a:solidFill>
                  <a:srgbClr val="012E2B"/>
                </a:solidFill>
              </a:rPr>
              <a:t>Built</a:t>
            </a:r>
          </a:p>
        </p:txBody>
      </p:sp>
      <p:sp>
        <p:nvSpPr>
          <p:cNvPr id="67" name="Step 7 (designed)"/>
          <p:cNvSpPr/>
          <p:nvPr/>
        </p:nvSpPr>
        <p:spPr>
          <a:xfrm>
            <a:off x="8961120" y="1965960"/>
            <a:ext cx="1280160" cy="3017520"/>
          </a:xfrm>
          <a:prstGeom prst="roundRect">
            <a:avLst>
              <a:gd name="adj" fmla="val 7142"/>
            </a:avLst>
          </a:prstGeom>
          <a:solidFill>
            <a:srgbClr val="FFFFFF"/>
          </a:solidFill>
          <a:ln w="12700">
            <a:solidFill>
              <a:srgbClr val="5858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Icon circle FaWrench"/>
          <p:cNvSpPr/>
          <p:nvPr/>
        </p:nvSpPr>
        <p:spPr>
          <a:xfrm>
            <a:off x="9098280" y="2148840"/>
            <a:ext cx="594360" cy="5943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FaWrench_FFFFFF.png"/>
          <p:cNvPicPr>
            <a:picLocks noChangeAspect="1"/>
          </p:cNvPicPr>
          <p:nvPr/>
        </p:nvPicPr>
        <p:blipFill>
          <a:blip r:embed="rId9"/>
          <a:stretch>
            <a:fillRect/>
          </a:stretch>
        </p:blipFill>
        <p:spPr>
          <a:xfrm>
            <a:off x="9240926" y="2291486"/>
            <a:ext cx="309067" cy="309067"/>
          </a:xfrm>
          <a:prstGeom prst="rect">
            <a:avLst/>
          </a:prstGeom>
        </p:spPr>
      </p:pic>
      <p:sp>
        <p:nvSpPr>
          <p:cNvPr id="70" name="TextBox 69"/>
          <p:cNvSpPr txBox="1"/>
          <p:nvPr/>
        </p:nvSpPr>
        <p:spPr>
          <a:xfrm>
            <a:off x="9829800"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7</a:t>
            </a:r>
          </a:p>
        </p:txBody>
      </p:sp>
      <p:sp>
        <p:nvSpPr>
          <p:cNvPr id="71" name="TextBox 70"/>
          <p:cNvSpPr txBox="1"/>
          <p:nvPr/>
        </p:nvSpPr>
        <p:spPr>
          <a:xfrm>
            <a:off x="9098280"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Diagnose failures</a:t>
            </a:r>
          </a:p>
        </p:txBody>
      </p:sp>
      <p:sp>
        <p:nvSpPr>
          <p:cNvPr id="72" name="Pill AI"/>
          <p:cNvSpPr/>
          <p:nvPr/>
        </p:nvSpPr>
        <p:spPr>
          <a:xfrm>
            <a:off x="9098280" y="3657600"/>
            <a:ext cx="1005839" cy="237744"/>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9098280" y="3657600"/>
            <a:ext cx="1005839" cy="237744"/>
          </a:xfrm>
          <a:prstGeom prst="rect">
            <a:avLst/>
          </a:prstGeom>
          <a:noFill/>
        </p:spPr>
        <p:txBody>
          <a:bodyPr wrap="square" lIns="0" rIns="0" tIns="0" bIns="0" anchor="ctr">
            <a:spAutoFit/>
          </a:bodyPr>
          <a:lstStyle/>
          <a:p>
            <a:pPr algn="ctr">
              <a:spcAft>
                <a:spcPts val="0"/>
              </a:spcAft>
            </a:pPr>
            <a:r>
              <a:rPr sz="1000" b="1" i="0">
                <a:solidFill>
                  <a:srgbClr val="FFFFFF"/>
                </a:solidFill>
              </a:rPr>
              <a:t>AI</a:t>
            </a:r>
          </a:p>
        </p:txBody>
      </p:sp>
      <p:sp>
        <p:nvSpPr>
          <p:cNvPr id="74" name="TextBox 73"/>
          <p:cNvSpPr txBox="1"/>
          <p:nvPr/>
        </p:nvSpPr>
        <p:spPr>
          <a:xfrm>
            <a:off x="9098280"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A human merges any patch</a:t>
            </a:r>
          </a:p>
        </p:txBody>
      </p:sp>
      <p:sp>
        <p:nvSpPr>
          <p:cNvPr id="75" name="TextBox 74"/>
          <p:cNvSpPr txBox="1"/>
          <p:nvPr/>
        </p:nvSpPr>
        <p:spPr>
          <a:xfrm>
            <a:off x="9098280" y="4690872"/>
            <a:ext cx="1051560" cy="201168"/>
          </a:xfrm>
          <a:prstGeom prst="rect">
            <a:avLst/>
          </a:prstGeom>
          <a:noFill/>
        </p:spPr>
        <p:txBody>
          <a:bodyPr wrap="square" lIns="0" rIns="0" tIns="0" bIns="0" anchor="t">
            <a:spAutoFit/>
          </a:bodyPr>
          <a:lstStyle/>
          <a:p>
            <a:pPr algn="l">
              <a:spcAft>
                <a:spcPts val="0"/>
              </a:spcAft>
            </a:pPr>
            <a:r>
              <a:rPr sz="1100" b="1" i="0">
                <a:solidFill>
                  <a:srgbClr val="585858"/>
                </a:solidFill>
              </a:rPr>
              <a:t>Designed</a:t>
            </a:r>
          </a:p>
        </p:txBody>
      </p:sp>
      <p:sp>
        <p:nvSpPr>
          <p:cNvPr id="76" name="Step 8 (designed)"/>
          <p:cNvSpPr/>
          <p:nvPr/>
        </p:nvSpPr>
        <p:spPr>
          <a:xfrm>
            <a:off x="10369296" y="1965960"/>
            <a:ext cx="1280160" cy="3017520"/>
          </a:xfrm>
          <a:prstGeom prst="roundRect">
            <a:avLst>
              <a:gd name="adj" fmla="val 7142"/>
            </a:avLst>
          </a:prstGeom>
          <a:solidFill>
            <a:srgbClr val="FFFFFF"/>
          </a:solidFill>
          <a:ln w="12700">
            <a:solidFill>
              <a:srgbClr val="5858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Icon circle FaFileAlt"/>
          <p:cNvSpPr/>
          <p:nvPr/>
        </p:nvSpPr>
        <p:spPr>
          <a:xfrm>
            <a:off x="10506456" y="2148840"/>
            <a:ext cx="594360" cy="5943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8" name="Picture 77" descr="FaFileAlt_FFFFFF.png"/>
          <p:cNvPicPr>
            <a:picLocks noChangeAspect="1"/>
          </p:cNvPicPr>
          <p:nvPr/>
        </p:nvPicPr>
        <p:blipFill>
          <a:blip r:embed="rId10"/>
          <a:stretch>
            <a:fillRect/>
          </a:stretch>
        </p:blipFill>
        <p:spPr>
          <a:xfrm>
            <a:off x="10649102" y="2291486"/>
            <a:ext cx="309067" cy="309067"/>
          </a:xfrm>
          <a:prstGeom prst="rect">
            <a:avLst/>
          </a:prstGeom>
        </p:spPr>
      </p:pic>
      <p:sp>
        <p:nvSpPr>
          <p:cNvPr id="79" name="TextBox 78"/>
          <p:cNvSpPr txBox="1"/>
          <p:nvPr/>
        </p:nvSpPr>
        <p:spPr>
          <a:xfrm>
            <a:off x="11237976" y="2057400"/>
            <a:ext cx="320040" cy="228600"/>
          </a:xfrm>
          <a:prstGeom prst="rect">
            <a:avLst/>
          </a:prstGeom>
          <a:noFill/>
        </p:spPr>
        <p:txBody>
          <a:bodyPr wrap="square" lIns="0" rIns="0" tIns="0" bIns="0" anchor="t">
            <a:spAutoFit/>
          </a:bodyPr>
          <a:lstStyle/>
          <a:p>
            <a:pPr algn="r">
              <a:spcAft>
                <a:spcPts val="0"/>
              </a:spcAft>
            </a:pPr>
            <a:r>
              <a:rPr sz="1200" b="1" i="0">
                <a:solidFill>
                  <a:srgbClr val="585858"/>
                </a:solidFill>
              </a:rPr>
              <a:t>8</a:t>
            </a:r>
          </a:p>
        </p:txBody>
      </p:sp>
      <p:sp>
        <p:nvSpPr>
          <p:cNvPr id="80" name="TextBox 79"/>
          <p:cNvSpPr txBox="1"/>
          <p:nvPr/>
        </p:nvSpPr>
        <p:spPr>
          <a:xfrm>
            <a:off x="10506456" y="2880360"/>
            <a:ext cx="1051560" cy="731520"/>
          </a:xfrm>
          <a:prstGeom prst="rect">
            <a:avLst/>
          </a:prstGeom>
          <a:noFill/>
        </p:spPr>
        <p:txBody>
          <a:bodyPr wrap="square" lIns="0" rIns="0" tIns="0" bIns="0" anchor="t">
            <a:spAutoFit/>
          </a:bodyPr>
          <a:lstStyle/>
          <a:p>
            <a:pPr algn="l">
              <a:spcAft>
                <a:spcPts val="0"/>
              </a:spcAft>
            </a:pPr>
            <a:r>
              <a:rPr sz="1400" b="1" i="0">
                <a:solidFill>
                  <a:srgbClr val="012E2B"/>
                </a:solidFill>
              </a:rPr>
              <a:t>Report &amp; audit</a:t>
            </a:r>
          </a:p>
        </p:txBody>
      </p:sp>
      <p:sp>
        <p:nvSpPr>
          <p:cNvPr id="81" name="Pill AI"/>
          <p:cNvSpPr/>
          <p:nvPr/>
        </p:nvSpPr>
        <p:spPr>
          <a:xfrm>
            <a:off x="10506456" y="3657600"/>
            <a:ext cx="1005839" cy="237744"/>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0506456" y="3657600"/>
            <a:ext cx="1005839" cy="237744"/>
          </a:xfrm>
          <a:prstGeom prst="rect">
            <a:avLst/>
          </a:prstGeom>
          <a:noFill/>
        </p:spPr>
        <p:txBody>
          <a:bodyPr wrap="square" lIns="0" rIns="0" tIns="0" bIns="0" anchor="ctr">
            <a:spAutoFit/>
          </a:bodyPr>
          <a:lstStyle/>
          <a:p>
            <a:pPr algn="ctr">
              <a:spcAft>
                <a:spcPts val="0"/>
              </a:spcAft>
            </a:pPr>
            <a:r>
              <a:rPr sz="1000" b="1" i="0">
                <a:solidFill>
                  <a:srgbClr val="FFFFFF"/>
                </a:solidFill>
              </a:rPr>
              <a:t>AI</a:t>
            </a:r>
          </a:p>
        </p:txBody>
      </p:sp>
      <p:sp>
        <p:nvSpPr>
          <p:cNvPr id="83" name="TextBox 82"/>
          <p:cNvSpPr txBox="1"/>
          <p:nvPr/>
        </p:nvSpPr>
        <p:spPr>
          <a:xfrm>
            <a:off x="10506456" y="3977639"/>
            <a:ext cx="1051560" cy="685800"/>
          </a:xfrm>
          <a:prstGeom prst="rect">
            <a:avLst/>
          </a:prstGeom>
          <a:noFill/>
        </p:spPr>
        <p:txBody>
          <a:bodyPr wrap="square" lIns="0" rIns="0" tIns="0" bIns="0" anchor="t">
            <a:spAutoFit/>
          </a:bodyPr>
          <a:lstStyle/>
          <a:p>
            <a:pPr algn="l">
              <a:spcAft>
                <a:spcPts val="0"/>
              </a:spcAft>
            </a:pPr>
            <a:r>
              <a:rPr sz="1200" b="0" i="0">
                <a:solidFill>
                  <a:srgbClr val="585858"/>
                </a:solidFill>
              </a:rPr>
              <a:t>Mostly code, short summary</a:t>
            </a:r>
          </a:p>
        </p:txBody>
      </p:sp>
      <p:sp>
        <p:nvSpPr>
          <p:cNvPr id="84" name="TextBox 83"/>
          <p:cNvSpPr txBox="1"/>
          <p:nvPr/>
        </p:nvSpPr>
        <p:spPr>
          <a:xfrm>
            <a:off x="10506456" y="4690872"/>
            <a:ext cx="1051560" cy="201168"/>
          </a:xfrm>
          <a:prstGeom prst="rect">
            <a:avLst/>
          </a:prstGeom>
          <a:noFill/>
        </p:spPr>
        <p:txBody>
          <a:bodyPr wrap="square" lIns="0" rIns="0" tIns="0" bIns="0" anchor="t">
            <a:spAutoFit/>
          </a:bodyPr>
          <a:lstStyle/>
          <a:p>
            <a:pPr algn="l">
              <a:spcAft>
                <a:spcPts val="0"/>
              </a:spcAft>
            </a:pPr>
            <a:r>
              <a:rPr sz="1100" b="1" i="0">
                <a:solidFill>
                  <a:srgbClr val="585858"/>
                </a:solidFill>
              </a:rPr>
              <a:t>Designed</a:t>
            </a:r>
          </a:p>
        </p:txBody>
      </p:sp>
      <p:sp>
        <p:nvSpPr>
          <p:cNvPr id="85" name="TextBox 84"/>
          <p:cNvSpPr txBox="1"/>
          <p:nvPr/>
        </p:nvSpPr>
        <p:spPr>
          <a:xfrm>
            <a:off x="512064" y="5120640"/>
            <a:ext cx="10058400" cy="274320"/>
          </a:xfrm>
          <a:prstGeom prst="rect">
            <a:avLst/>
          </a:prstGeom>
          <a:noFill/>
        </p:spPr>
        <p:txBody>
          <a:bodyPr wrap="square" lIns="0" rIns="0" tIns="0" bIns="0" anchor="t">
            <a:spAutoFit/>
          </a:bodyPr>
          <a:lstStyle/>
          <a:p>
            <a:pPr algn="l">
              <a:spcAft>
                <a:spcPts val="0"/>
              </a:spcAft>
            </a:pPr>
            <a:r>
              <a:rPr sz="1500" b="1" i="0">
                <a:solidFill>
                  <a:srgbClr val="012E2B"/>
                </a:solidFill>
              </a:rPr>
              <a:t>When a test goes red, a human classifies the cause (the AI never decides):</a:t>
            </a:r>
          </a:p>
        </p:txBody>
      </p:sp>
      <p:sp>
        <p:nvSpPr>
          <p:cNvPr id="86" name="Triage A"/>
          <p:cNvSpPr/>
          <p:nvPr/>
        </p:nvSpPr>
        <p:spPr>
          <a:xfrm>
            <a:off x="512064" y="5468112"/>
            <a:ext cx="2468880" cy="457200"/>
          </a:xfrm>
          <a:prstGeom prst="roundRect">
            <a:avLst>
              <a:gd name="adj" fmla="val 2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603504" y="5513832"/>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603504" y="5513832"/>
            <a:ext cx="365760" cy="365760"/>
          </a:xfrm>
          <a:prstGeom prst="rect">
            <a:avLst/>
          </a:prstGeom>
          <a:noFill/>
        </p:spPr>
        <p:txBody>
          <a:bodyPr wrap="square" lIns="0" rIns="0" tIns="0" bIns="0" anchor="ctr">
            <a:spAutoFit/>
          </a:bodyPr>
          <a:lstStyle/>
          <a:p>
            <a:pPr algn="ctr">
              <a:spcAft>
                <a:spcPts val="0"/>
              </a:spcAft>
            </a:pPr>
            <a:r>
              <a:rPr sz="1500" b="1" i="0">
                <a:solidFill>
                  <a:srgbClr val="FFFFFF"/>
                </a:solidFill>
              </a:rPr>
              <a:t>A</a:t>
            </a:r>
          </a:p>
        </p:txBody>
      </p:sp>
      <p:sp>
        <p:nvSpPr>
          <p:cNvPr id="89" name="TextBox 88"/>
          <p:cNvSpPr txBox="1"/>
          <p:nvPr/>
        </p:nvSpPr>
        <p:spPr>
          <a:xfrm>
            <a:off x="1106424" y="5468112"/>
            <a:ext cx="1828800" cy="457200"/>
          </a:xfrm>
          <a:prstGeom prst="rect">
            <a:avLst/>
          </a:prstGeom>
          <a:noFill/>
        </p:spPr>
        <p:txBody>
          <a:bodyPr wrap="square" lIns="0" rIns="0" tIns="0" bIns="0" anchor="ctr">
            <a:spAutoFit/>
          </a:bodyPr>
          <a:lstStyle/>
          <a:p>
            <a:pPr algn="l">
              <a:spcAft>
                <a:spcPts val="0"/>
              </a:spcAft>
            </a:pPr>
            <a:r>
              <a:rPr sz="1400" b="1" i="0">
                <a:solidFill>
                  <a:srgbClr val="012E2B"/>
                </a:solidFill>
              </a:rPr>
              <a:t>App bug</a:t>
            </a:r>
          </a:p>
        </p:txBody>
      </p:sp>
      <p:sp>
        <p:nvSpPr>
          <p:cNvPr id="90" name="Triage B"/>
          <p:cNvSpPr/>
          <p:nvPr/>
        </p:nvSpPr>
        <p:spPr>
          <a:xfrm>
            <a:off x="3118104" y="5468112"/>
            <a:ext cx="2468880" cy="457200"/>
          </a:xfrm>
          <a:prstGeom prst="roundRect">
            <a:avLst>
              <a:gd name="adj" fmla="val 2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3209544" y="5513832"/>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3209544" y="5513832"/>
            <a:ext cx="365760" cy="365760"/>
          </a:xfrm>
          <a:prstGeom prst="rect">
            <a:avLst/>
          </a:prstGeom>
          <a:noFill/>
        </p:spPr>
        <p:txBody>
          <a:bodyPr wrap="square" lIns="0" rIns="0" tIns="0" bIns="0" anchor="ctr">
            <a:spAutoFit/>
          </a:bodyPr>
          <a:lstStyle/>
          <a:p>
            <a:pPr algn="ctr">
              <a:spcAft>
                <a:spcPts val="0"/>
              </a:spcAft>
            </a:pPr>
            <a:r>
              <a:rPr sz="1500" b="1" i="0">
                <a:solidFill>
                  <a:srgbClr val="FFFFFF"/>
                </a:solidFill>
              </a:rPr>
              <a:t>B</a:t>
            </a:r>
          </a:p>
        </p:txBody>
      </p:sp>
      <p:sp>
        <p:nvSpPr>
          <p:cNvPr id="93" name="TextBox 92"/>
          <p:cNvSpPr txBox="1"/>
          <p:nvPr/>
        </p:nvSpPr>
        <p:spPr>
          <a:xfrm>
            <a:off x="3712464" y="5468112"/>
            <a:ext cx="1828800" cy="457200"/>
          </a:xfrm>
          <a:prstGeom prst="rect">
            <a:avLst/>
          </a:prstGeom>
          <a:noFill/>
        </p:spPr>
        <p:txBody>
          <a:bodyPr wrap="square" lIns="0" rIns="0" tIns="0" bIns="0" anchor="ctr">
            <a:spAutoFit/>
          </a:bodyPr>
          <a:lstStyle/>
          <a:p>
            <a:pPr algn="l">
              <a:spcAft>
                <a:spcPts val="0"/>
              </a:spcAft>
            </a:pPr>
            <a:r>
              <a:rPr sz="1400" b="1" i="0">
                <a:solidFill>
                  <a:srgbClr val="012E2B"/>
                </a:solidFill>
              </a:rPr>
              <a:t>Ticket wrong</a:t>
            </a:r>
          </a:p>
        </p:txBody>
      </p:sp>
      <p:sp>
        <p:nvSpPr>
          <p:cNvPr id="94" name="Triage C"/>
          <p:cNvSpPr/>
          <p:nvPr/>
        </p:nvSpPr>
        <p:spPr>
          <a:xfrm>
            <a:off x="5724144" y="5468112"/>
            <a:ext cx="2468880" cy="457200"/>
          </a:xfrm>
          <a:prstGeom prst="roundRect">
            <a:avLst>
              <a:gd name="adj" fmla="val 2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5815583" y="5513832"/>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5815583" y="5513832"/>
            <a:ext cx="365760" cy="365760"/>
          </a:xfrm>
          <a:prstGeom prst="rect">
            <a:avLst/>
          </a:prstGeom>
          <a:noFill/>
        </p:spPr>
        <p:txBody>
          <a:bodyPr wrap="square" lIns="0" rIns="0" tIns="0" bIns="0" anchor="ctr">
            <a:spAutoFit/>
          </a:bodyPr>
          <a:lstStyle/>
          <a:p>
            <a:pPr algn="ctr">
              <a:spcAft>
                <a:spcPts val="0"/>
              </a:spcAft>
            </a:pPr>
            <a:r>
              <a:rPr sz="1500" b="1" i="0">
                <a:solidFill>
                  <a:srgbClr val="FFFFFF"/>
                </a:solidFill>
              </a:rPr>
              <a:t>C</a:t>
            </a:r>
          </a:p>
        </p:txBody>
      </p:sp>
      <p:sp>
        <p:nvSpPr>
          <p:cNvPr id="97" name="TextBox 96"/>
          <p:cNvSpPr txBox="1"/>
          <p:nvPr/>
        </p:nvSpPr>
        <p:spPr>
          <a:xfrm>
            <a:off x="6318504" y="5468112"/>
            <a:ext cx="1828800" cy="457200"/>
          </a:xfrm>
          <a:prstGeom prst="rect">
            <a:avLst/>
          </a:prstGeom>
          <a:noFill/>
        </p:spPr>
        <p:txBody>
          <a:bodyPr wrap="square" lIns="0" rIns="0" tIns="0" bIns="0" anchor="ctr">
            <a:spAutoFit/>
          </a:bodyPr>
          <a:lstStyle/>
          <a:p>
            <a:pPr algn="l">
              <a:spcAft>
                <a:spcPts val="0"/>
              </a:spcAft>
            </a:pPr>
            <a:r>
              <a:rPr sz="1400" b="1" i="0">
                <a:solidFill>
                  <a:srgbClr val="012E2B"/>
                </a:solidFill>
              </a:rPr>
              <a:t>AI misread</a:t>
            </a:r>
          </a:p>
        </p:txBody>
      </p:sp>
      <p:sp>
        <p:nvSpPr>
          <p:cNvPr id="98" name="Triage D"/>
          <p:cNvSpPr/>
          <p:nvPr/>
        </p:nvSpPr>
        <p:spPr>
          <a:xfrm>
            <a:off x="8330184" y="5468112"/>
            <a:ext cx="2468880" cy="457200"/>
          </a:xfrm>
          <a:prstGeom prst="roundRect">
            <a:avLst>
              <a:gd name="adj" fmla="val 2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8421624" y="5513832"/>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8421624" y="5513832"/>
            <a:ext cx="365760" cy="365760"/>
          </a:xfrm>
          <a:prstGeom prst="rect">
            <a:avLst/>
          </a:prstGeom>
          <a:noFill/>
        </p:spPr>
        <p:txBody>
          <a:bodyPr wrap="square" lIns="0" rIns="0" tIns="0" bIns="0" anchor="ctr">
            <a:spAutoFit/>
          </a:bodyPr>
          <a:lstStyle/>
          <a:p>
            <a:pPr algn="ctr">
              <a:spcAft>
                <a:spcPts val="0"/>
              </a:spcAft>
            </a:pPr>
            <a:r>
              <a:rPr sz="1500" b="1" i="0">
                <a:solidFill>
                  <a:srgbClr val="FFFFFF"/>
                </a:solidFill>
              </a:rPr>
              <a:t>D</a:t>
            </a:r>
          </a:p>
        </p:txBody>
      </p:sp>
      <p:sp>
        <p:nvSpPr>
          <p:cNvPr id="101" name="TextBox 100"/>
          <p:cNvSpPr txBox="1"/>
          <p:nvPr/>
        </p:nvSpPr>
        <p:spPr>
          <a:xfrm>
            <a:off x="8924544" y="5468112"/>
            <a:ext cx="1828800" cy="457200"/>
          </a:xfrm>
          <a:prstGeom prst="rect">
            <a:avLst/>
          </a:prstGeom>
          <a:noFill/>
        </p:spPr>
        <p:txBody>
          <a:bodyPr wrap="square" lIns="0" rIns="0" tIns="0" bIns="0" anchor="ctr">
            <a:spAutoFit/>
          </a:bodyPr>
          <a:lstStyle/>
          <a:p>
            <a:pPr algn="l">
              <a:spcAft>
                <a:spcPts val="0"/>
              </a:spcAft>
            </a:pPr>
            <a:r>
              <a:rPr sz="1400" b="1" i="0">
                <a:solidFill>
                  <a:srgbClr val="012E2B"/>
                </a:solidFill>
              </a:rPr>
              <a:t>Requirement changed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&amp; Guardrails</a:t>
            </a:r>
          </a:p>
        </p:txBody>
      </p:sp>
      <p:sp>
        <p:nvSpPr>
          <p:cNvPr id="3" name="Text Placeholder 2"/>
          <p:cNvSpPr>
            <a:spLocks noGrp="1"/>
          </p:cNvSpPr>
          <p:nvPr>
            <p:ph type="body" idx="11" sz="quarter"/>
          </p:nvPr>
        </p:nvSpPr>
        <p:spPr/>
        <p:txBody>
          <a:bodyPr/>
          <a:lstStyle/>
          <a:p>
            <a:r>
              <a:rPr b="1" sz="1200">
                <a:solidFill>
                  <a:srgbClr val="FFFFFF"/>
                </a:solidFill>
              </a:rPr>
              <a:t>ARCHITECTURE &amp; GUARDRAILS</a:t>
            </a:r>
          </a:p>
        </p:txBody>
      </p:sp>
      <p:sp>
        <p:nvSpPr>
          <p:cNvPr id="4" name="Text Placeholder 3"/>
          <p:cNvSpPr>
            <a:spLocks noGrp="1"/>
          </p:cNvSpPr>
          <p:nvPr>
            <p:ph type="body" idx="13" sz="quarter"/>
          </p:nvPr>
        </p:nvSpPr>
        <p:spPr/>
        <p:txBody>
          <a:bodyPr/>
          <a:lstStyle/>
          <a:p>
            <a:r>
              <a:t>Three AIs in a chain; a test tool, not an AI, decides</a:t>
            </a:r>
          </a:p>
        </p:txBody>
      </p:sp>
      <p:sp>
        <p:nvSpPr>
          <p:cNvPr id="5" name="Flow 1"/>
          <p:cNvSpPr/>
          <p:nvPr/>
        </p:nvSpPr>
        <p:spPr>
          <a:xfrm>
            <a:off x="512064" y="1600200"/>
            <a:ext cx="4572000" cy="457200"/>
          </a:xfrm>
          <a:prstGeom prst="roundRect">
            <a:avLst>
              <a:gd name="adj" fmla="val 2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aTicketAlt_012E2B.png"/>
          <p:cNvPicPr>
            <a:picLocks noChangeAspect="1"/>
          </p:cNvPicPr>
          <p:nvPr/>
        </p:nvPicPr>
        <p:blipFill>
          <a:blip r:embed="rId3"/>
          <a:stretch>
            <a:fillRect/>
          </a:stretch>
        </p:blipFill>
        <p:spPr>
          <a:xfrm>
            <a:off x="676656" y="1700784"/>
            <a:ext cx="256032" cy="256032"/>
          </a:xfrm>
          <a:prstGeom prst="rect">
            <a:avLst/>
          </a:prstGeom>
        </p:spPr>
      </p:pic>
      <p:sp>
        <p:nvSpPr>
          <p:cNvPr id="7" name="TextBox 6"/>
          <p:cNvSpPr txBox="1"/>
          <p:nvPr/>
        </p:nvSpPr>
        <p:spPr>
          <a:xfrm>
            <a:off x="1097280" y="1600200"/>
            <a:ext cx="3840480" cy="457200"/>
          </a:xfrm>
          <a:prstGeom prst="rect">
            <a:avLst/>
          </a:prstGeom>
          <a:noFill/>
        </p:spPr>
        <p:txBody>
          <a:bodyPr wrap="square" lIns="0" rIns="0" tIns="0" bIns="0" anchor="ctr">
            <a:spAutoFit/>
          </a:bodyPr>
          <a:lstStyle/>
          <a:p>
            <a:pPr algn="l">
              <a:spcAft>
                <a:spcPts val="0"/>
              </a:spcAft>
            </a:pPr>
            <a:r>
              <a:rPr sz="1400" b="1" i="0">
                <a:solidFill>
                  <a:srgbClr val="012E2B"/>
                </a:solidFill>
              </a:rPr>
              <a:t>Jira ticket</a:t>
            </a:r>
          </a:p>
        </p:txBody>
      </p:sp>
      <p:cxnSp>
        <p:nvCxnSpPr>
          <p:cNvPr id="8" name="Connector 7"/>
          <p:cNvCxnSpPr/>
          <p:nvPr/>
        </p:nvCxnSpPr>
        <p:spPr>
          <a:xfrm>
            <a:off x="2798064" y="2057400"/>
            <a:ext cx="0" cy="146304"/>
          </a:xfrm>
          <a:prstGeom prst="line">
            <a:avLst/>
          </a:prstGeom>
          <a:ln w="19050">
            <a:solidFill>
              <a:srgbClr val="585858"/>
            </a:solidFill>
            <a:tailEnd type="triangle"/>
          </a:ln>
        </p:spPr>
        <p:style>
          <a:lnRef idx="2">
            <a:schemeClr val="accent1"/>
          </a:lnRef>
          <a:fillRef idx="0">
            <a:schemeClr val="accent1"/>
          </a:fillRef>
          <a:effectRef idx="1">
            <a:schemeClr val="accent1"/>
          </a:effectRef>
          <a:fontRef idx="minor">
            <a:schemeClr val="tx1"/>
          </a:fontRef>
        </p:style>
      </p:cxnSp>
      <p:sp>
        <p:nvSpPr>
          <p:cNvPr id="9" name="Flow 2"/>
          <p:cNvSpPr/>
          <p:nvPr/>
        </p:nvSpPr>
        <p:spPr>
          <a:xfrm>
            <a:off x="512064" y="2203704"/>
            <a:ext cx="4572000" cy="457200"/>
          </a:xfrm>
          <a:prstGeom prst="roundRect">
            <a:avLst>
              <a:gd name="adj" fmla="val 2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Search_FFFFFF.png"/>
          <p:cNvPicPr>
            <a:picLocks noChangeAspect="1"/>
          </p:cNvPicPr>
          <p:nvPr/>
        </p:nvPicPr>
        <p:blipFill>
          <a:blip r:embed="rId4"/>
          <a:stretch>
            <a:fillRect/>
          </a:stretch>
        </p:blipFill>
        <p:spPr>
          <a:xfrm>
            <a:off x="676656" y="2304288"/>
            <a:ext cx="256032" cy="256032"/>
          </a:xfrm>
          <a:prstGeom prst="rect">
            <a:avLst/>
          </a:prstGeom>
        </p:spPr>
      </p:pic>
      <p:sp>
        <p:nvSpPr>
          <p:cNvPr id="11" name="TextBox 10"/>
          <p:cNvSpPr txBox="1"/>
          <p:nvPr/>
        </p:nvSpPr>
        <p:spPr>
          <a:xfrm>
            <a:off x="1097280" y="2203704"/>
            <a:ext cx="3840480" cy="457200"/>
          </a:xfrm>
          <a:prstGeom prst="rect">
            <a:avLst/>
          </a:prstGeom>
          <a:noFill/>
        </p:spPr>
        <p:txBody>
          <a:bodyPr wrap="square" lIns="0" rIns="0" tIns="0" bIns="0" anchor="ctr">
            <a:spAutoFit/>
          </a:bodyPr>
          <a:lstStyle/>
          <a:p>
            <a:pPr algn="l">
              <a:spcAft>
                <a:spcPts val="0"/>
              </a:spcAft>
            </a:pPr>
            <a:r>
              <a:rPr sz="1400" b="1" i="0">
                <a:solidFill>
                  <a:srgbClr val="FFFFFF"/>
                </a:solidFill>
              </a:rPr>
              <a:t>AI #1 · Split into rules (vague → stop)</a:t>
            </a:r>
          </a:p>
        </p:txBody>
      </p:sp>
      <p:cxnSp>
        <p:nvCxnSpPr>
          <p:cNvPr id="12" name="Connector 11"/>
          <p:cNvCxnSpPr/>
          <p:nvPr/>
        </p:nvCxnSpPr>
        <p:spPr>
          <a:xfrm>
            <a:off x="2798064" y="2660904"/>
            <a:ext cx="0" cy="146304"/>
          </a:xfrm>
          <a:prstGeom prst="line">
            <a:avLst/>
          </a:prstGeom>
          <a:ln w="19050">
            <a:solidFill>
              <a:srgbClr val="585858"/>
            </a:solidFill>
            <a:tailEnd type="triangle"/>
          </a:ln>
        </p:spPr>
        <p:style>
          <a:lnRef idx="2">
            <a:schemeClr val="accent1"/>
          </a:lnRef>
          <a:fillRef idx="0">
            <a:schemeClr val="accent1"/>
          </a:fillRef>
          <a:effectRef idx="1">
            <a:schemeClr val="accent1"/>
          </a:effectRef>
          <a:fontRef idx="minor">
            <a:schemeClr val="tx1"/>
          </a:fontRef>
        </p:style>
      </p:cxnSp>
      <p:sp>
        <p:nvSpPr>
          <p:cNvPr id="13" name="Flow 3"/>
          <p:cNvSpPr/>
          <p:nvPr/>
        </p:nvSpPr>
        <p:spPr>
          <a:xfrm>
            <a:off x="512064" y="2807208"/>
            <a:ext cx="4572000" cy="457200"/>
          </a:xfrm>
          <a:prstGeom prst="roundRect">
            <a:avLst>
              <a:gd name="adj" fmla="val 2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aClipboardList_FFFFFF.png"/>
          <p:cNvPicPr>
            <a:picLocks noChangeAspect="1"/>
          </p:cNvPicPr>
          <p:nvPr/>
        </p:nvPicPr>
        <p:blipFill>
          <a:blip r:embed="rId5"/>
          <a:stretch>
            <a:fillRect/>
          </a:stretch>
        </p:blipFill>
        <p:spPr>
          <a:xfrm>
            <a:off x="676656" y="2907792"/>
            <a:ext cx="256032" cy="256032"/>
          </a:xfrm>
          <a:prstGeom prst="rect">
            <a:avLst/>
          </a:prstGeom>
        </p:spPr>
      </p:pic>
      <p:sp>
        <p:nvSpPr>
          <p:cNvPr id="15" name="TextBox 14"/>
          <p:cNvSpPr txBox="1"/>
          <p:nvPr/>
        </p:nvSpPr>
        <p:spPr>
          <a:xfrm>
            <a:off x="1097280" y="2807208"/>
            <a:ext cx="3840480" cy="457200"/>
          </a:xfrm>
          <a:prstGeom prst="rect">
            <a:avLst/>
          </a:prstGeom>
          <a:noFill/>
        </p:spPr>
        <p:txBody>
          <a:bodyPr wrap="square" lIns="0" rIns="0" tIns="0" bIns="0" anchor="ctr">
            <a:spAutoFit/>
          </a:bodyPr>
          <a:lstStyle/>
          <a:p>
            <a:pPr algn="l">
              <a:spcAft>
                <a:spcPts val="0"/>
              </a:spcAft>
            </a:pPr>
            <a:r>
              <a:rPr sz="1400" b="1" i="0">
                <a:solidFill>
                  <a:srgbClr val="FFFFFF"/>
                </a:solidFill>
              </a:rPr>
              <a:t>AI #2 · Design test cases</a:t>
            </a:r>
          </a:p>
        </p:txBody>
      </p:sp>
      <p:cxnSp>
        <p:nvCxnSpPr>
          <p:cNvPr id="16" name="Connector 15"/>
          <p:cNvCxnSpPr/>
          <p:nvPr/>
        </p:nvCxnSpPr>
        <p:spPr>
          <a:xfrm>
            <a:off x="2798064" y="3264408"/>
            <a:ext cx="0" cy="146304"/>
          </a:xfrm>
          <a:prstGeom prst="line">
            <a:avLst/>
          </a:prstGeom>
          <a:ln w="19050">
            <a:solidFill>
              <a:srgbClr val="585858"/>
            </a:solidFill>
            <a:tailEnd type="triangle"/>
          </a:ln>
        </p:spPr>
        <p:style>
          <a:lnRef idx="2">
            <a:schemeClr val="accent1"/>
          </a:lnRef>
          <a:fillRef idx="0">
            <a:schemeClr val="accent1"/>
          </a:fillRef>
          <a:effectRef idx="1">
            <a:schemeClr val="accent1"/>
          </a:effectRef>
          <a:fontRef idx="minor">
            <a:schemeClr val="tx1"/>
          </a:fontRef>
        </p:style>
      </p:cxnSp>
      <p:sp>
        <p:nvSpPr>
          <p:cNvPr id="17" name="Flow 4"/>
          <p:cNvSpPr/>
          <p:nvPr/>
        </p:nvSpPr>
        <p:spPr>
          <a:xfrm>
            <a:off x="512064" y="3410712"/>
            <a:ext cx="4572000" cy="457200"/>
          </a:xfrm>
          <a:prstGeom prst="roundRect">
            <a:avLst>
              <a:gd name="adj" fmla="val 2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aUserCheck_012E2B.png"/>
          <p:cNvPicPr>
            <a:picLocks noChangeAspect="1"/>
          </p:cNvPicPr>
          <p:nvPr/>
        </p:nvPicPr>
        <p:blipFill>
          <a:blip r:embed="rId6"/>
          <a:stretch>
            <a:fillRect/>
          </a:stretch>
        </p:blipFill>
        <p:spPr>
          <a:xfrm>
            <a:off x="676656" y="3511296"/>
            <a:ext cx="256032" cy="256032"/>
          </a:xfrm>
          <a:prstGeom prst="rect">
            <a:avLst/>
          </a:prstGeom>
        </p:spPr>
      </p:pic>
      <p:sp>
        <p:nvSpPr>
          <p:cNvPr id="19" name="TextBox 18"/>
          <p:cNvSpPr txBox="1"/>
          <p:nvPr/>
        </p:nvSpPr>
        <p:spPr>
          <a:xfrm>
            <a:off x="1097280" y="3410712"/>
            <a:ext cx="3840480" cy="457200"/>
          </a:xfrm>
          <a:prstGeom prst="rect">
            <a:avLst/>
          </a:prstGeom>
          <a:noFill/>
        </p:spPr>
        <p:txBody>
          <a:bodyPr wrap="square" lIns="0" rIns="0" tIns="0" bIns="0" anchor="ctr">
            <a:spAutoFit/>
          </a:bodyPr>
          <a:lstStyle/>
          <a:p>
            <a:pPr algn="l">
              <a:spcAft>
                <a:spcPts val="0"/>
              </a:spcAft>
            </a:pPr>
            <a:r>
              <a:rPr sz="1400" b="1" i="0">
                <a:solidFill>
                  <a:srgbClr val="012E2B"/>
                </a:solidFill>
              </a:rPr>
              <a:t>Human approves rules + cases</a:t>
            </a:r>
          </a:p>
        </p:txBody>
      </p:sp>
      <p:cxnSp>
        <p:nvCxnSpPr>
          <p:cNvPr id="20" name="Connector 19"/>
          <p:cNvCxnSpPr/>
          <p:nvPr/>
        </p:nvCxnSpPr>
        <p:spPr>
          <a:xfrm>
            <a:off x="2798064" y="3867912"/>
            <a:ext cx="0" cy="146303"/>
          </a:xfrm>
          <a:prstGeom prst="line">
            <a:avLst/>
          </a:prstGeom>
          <a:ln w="19050">
            <a:solidFill>
              <a:srgbClr val="585858"/>
            </a:solidFill>
            <a:tailEnd type="triangle"/>
          </a:ln>
        </p:spPr>
        <p:style>
          <a:lnRef idx="2">
            <a:schemeClr val="accent1"/>
          </a:lnRef>
          <a:fillRef idx="0">
            <a:schemeClr val="accent1"/>
          </a:fillRef>
          <a:effectRef idx="1">
            <a:schemeClr val="accent1"/>
          </a:effectRef>
          <a:fontRef idx="minor">
            <a:schemeClr val="tx1"/>
          </a:fontRef>
        </p:style>
      </p:cxnSp>
      <p:sp>
        <p:nvSpPr>
          <p:cNvPr id="21" name="Flow 5"/>
          <p:cNvSpPr/>
          <p:nvPr/>
        </p:nvSpPr>
        <p:spPr>
          <a:xfrm>
            <a:off x="512064" y="4014216"/>
            <a:ext cx="4572000" cy="457200"/>
          </a:xfrm>
          <a:prstGeom prst="roundRect">
            <a:avLst>
              <a:gd name="adj" fmla="val 2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MobileAlt_FFFFFF.png"/>
          <p:cNvPicPr>
            <a:picLocks noChangeAspect="1"/>
          </p:cNvPicPr>
          <p:nvPr/>
        </p:nvPicPr>
        <p:blipFill>
          <a:blip r:embed="rId7"/>
          <a:stretch>
            <a:fillRect/>
          </a:stretch>
        </p:blipFill>
        <p:spPr>
          <a:xfrm>
            <a:off x="676656" y="4114800"/>
            <a:ext cx="256032" cy="256032"/>
          </a:xfrm>
          <a:prstGeom prst="rect">
            <a:avLst/>
          </a:prstGeom>
        </p:spPr>
      </p:pic>
      <p:sp>
        <p:nvSpPr>
          <p:cNvPr id="23" name="TextBox 22"/>
          <p:cNvSpPr txBox="1"/>
          <p:nvPr/>
        </p:nvSpPr>
        <p:spPr>
          <a:xfrm>
            <a:off x="1097280" y="4014216"/>
            <a:ext cx="3840480" cy="457200"/>
          </a:xfrm>
          <a:prstGeom prst="rect">
            <a:avLst/>
          </a:prstGeom>
          <a:noFill/>
        </p:spPr>
        <p:txBody>
          <a:bodyPr wrap="square" lIns="0" rIns="0" tIns="0" bIns="0" anchor="ctr">
            <a:spAutoFit/>
          </a:bodyPr>
          <a:lstStyle/>
          <a:p>
            <a:pPr algn="l">
              <a:spcAft>
                <a:spcPts val="0"/>
              </a:spcAft>
            </a:pPr>
            <a:r>
              <a:rPr sz="1400" b="1" i="0">
                <a:solidFill>
                  <a:srgbClr val="FFFFFF"/>
                </a:solidFill>
              </a:rPr>
              <a:t>AI #3 · Write tests on the real app</a:t>
            </a:r>
          </a:p>
        </p:txBody>
      </p:sp>
      <p:cxnSp>
        <p:nvCxnSpPr>
          <p:cNvPr id="24" name="Connector 23"/>
          <p:cNvCxnSpPr/>
          <p:nvPr/>
        </p:nvCxnSpPr>
        <p:spPr>
          <a:xfrm>
            <a:off x="2798064" y="4471416"/>
            <a:ext cx="0" cy="146304"/>
          </a:xfrm>
          <a:prstGeom prst="line">
            <a:avLst/>
          </a:prstGeom>
          <a:ln w="19050">
            <a:solidFill>
              <a:srgbClr val="585858"/>
            </a:solidFill>
            <a:tailEnd type="triangle"/>
          </a:ln>
        </p:spPr>
        <p:style>
          <a:lnRef idx="2">
            <a:schemeClr val="accent1"/>
          </a:lnRef>
          <a:fillRef idx="0">
            <a:schemeClr val="accent1"/>
          </a:fillRef>
          <a:effectRef idx="1">
            <a:schemeClr val="accent1"/>
          </a:effectRef>
          <a:fontRef idx="minor">
            <a:schemeClr val="tx1"/>
          </a:fontRef>
        </p:style>
      </p:cxnSp>
      <p:sp>
        <p:nvSpPr>
          <p:cNvPr id="25" name="Flow 6"/>
          <p:cNvSpPr/>
          <p:nvPr/>
        </p:nvSpPr>
        <p:spPr>
          <a:xfrm>
            <a:off x="512064" y="4617720"/>
            <a:ext cx="4572000" cy="457200"/>
          </a:xfrm>
          <a:prstGeom prst="roundRect">
            <a:avLst>
              <a:gd name="adj" fmla="val 20000"/>
            </a:avLst>
          </a:prstGeom>
          <a:solidFill>
            <a:srgbClr val="FFFFFF"/>
          </a:solidFill>
          <a:ln w="31750">
            <a:solidFill>
              <a:srgbClr val="02BA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FaCheckCircle_02BA71.png"/>
          <p:cNvPicPr>
            <a:picLocks noChangeAspect="1"/>
          </p:cNvPicPr>
          <p:nvPr/>
        </p:nvPicPr>
        <p:blipFill>
          <a:blip r:embed="rId8"/>
          <a:stretch>
            <a:fillRect/>
          </a:stretch>
        </p:blipFill>
        <p:spPr>
          <a:xfrm>
            <a:off x="676656" y="4718304"/>
            <a:ext cx="256032" cy="256032"/>
          </a:xfrm>
          <a:prstGeom prst="rect">
            <a:avLst/>
          </a:prstGeom>
        </p:spPr>
      </p:pic>
      <p:sp>
        <p:nvSpPr>
          <p:cNvPr id="27" name="TextBox 26"/>
          <p:cNvSpPr txBox="1"/>
          <p:nvPr/>
        </p:nvSpPr>
        <p:spPr>
          <a:xfrm>
            <a:off x="1097280" y="4617720"/>
            <a:ext cx="3840480" cy="457200"/>
          </a:xfrm>
          <a:prstGeom prst="rect">
            <a:avLst/>
          </a:prstGeom>
          <a:noFill/>
        </p:spPr>
        <p:txBody>
          <a:bodyPr wrap="square" lIns="0" rIns="0" tIns="0" bIns="0" anchor="ctr">
            <a:spAutoFit/>
          </a:bodyPr>
          <a:lstStyle/>
          <a:p>
            <a:pPr algn="l">
              <a:spcAft>
                <a:spcPts val="0"/>
              </a:spcAft>
            </a:pPr>
            <a:r>
              <a:rPr sz="1400" b="1" i="0">
                <a:solidFill>
                  <a:srgbClr val="012E2B"/>
                </a:solidFill>
              </a:rPr>
              <a:t>Maestro runs tests = the verdict (no AI)</a:t>
            </a:r>
          </a:p>
        </p:txBody>
      </p:sp>
      <p:cxnSp>
        <p:nvCxnSpPr>
          <p:cNvPr id="28" name="Connector 27"/>
          <p:cNvCxnSpPr/>
          <p:nvPr/>
        </p:nvCxnSpPr>
        <p:spPr>
          <a:xfrm>
            <a:off x="2798064" y="5074920"/>
            <a:ext cx="0" cy="146304"/>
          </a:xfrm>
          <a:prstGeom prst="line">
            <a:avLst/>
          </a:prstGeom>
          <a:ln w="19050">
            <a:solidFill>
              <a:srgbClr val="585858"/>
            </a:solidFill>
            <a:tailEnd type="triangle"/>
          </a:ln>
        </p:spPr>
        <p:style>
          <a:lnRef idx="2">
            <a:schemeClr val="accent1"/>
          </a:lnRef>
          <a:fillRef idx="0">
            <a:schemeClr val="accent1"/>
          </a:fillRef>
          <a:effectRef idx="1">
            <a:schemeClr val="accent1"/>
          </a:effectRef>
          <a:fontRef idx="minor">
            <a:schemeClr val="tx1"/>
          </a:fontRef>
        </p:style>
      </p:cxnSp>
      <p:sp>
        <p:nvSpPr>
          <p:cNvPr id="29" name="Flow 7"/>
          <p:cNvSpPr/>
          <p:nvPr/>
        </p:nvSpPr>
        <p:spPr>
          <a:xfrm>
            <a:off x="512064" y="5221224"/>
            <a:ext cx="4572000" cy="457200"/>
          </a:xfrm>
          <a:prstGeom prst="roundRect">
            <a:avLst>
              <a:gd name="adj" fmla="val 2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CodeBranch_012E2B.png"/>
          <p:cNvPicPr>
            <a:picLocks noChangeAspect="1"/>
          </p:cNvPicPr>
          <p:nvPr/>
        </p:nvPicPr>
        <p:blipFill>
          <a:blip r:embed="rId9"/>
          <a:stretch>
            <a:fillRect/>
          </a:stretch>
        </p:blipFill>
        <p:spPr>
          <a:xfrm>
            <a:off x="676656" y="5321808"/>
            <a:ext cx="256032" cy="256032"/>
          </a:xfrm>
          <a:prstGeom prst="rect">
            <a:avLst/>
          </a:prstGeom>
        </p:spPr>
      </p:pic>
      <p:sp>
        <p:nvSpPr>
          <p:cNvPr id="31" name="TextBox 30"/>
          <p:cNvSpPr txBox="1"/>
          <p:nvPr/>
        </p:nvSpPr>
        <p:spPr>
          <a:xfrm>
            <a:off x="1097280" y="5221224"/>
            <a:ext cx="3840480" cy="457200"/>
          </a:xfrm>
          <a:prstGeom prst="rect">
            <a:avLst/>
          </a:prstGeom>
          <a:noFill/>
        </p:spPr>
        <p:txBody>
          <a:bodyPr wrap="square" lIns="0" rIns="0" tIns="0" bIns="0" anchor="ctr">
            <a:spAutoFit/>
          </a:bodyPr>
          <a:lstStyle/>
          <a:p>
            <a:pPr algn="l">
              <a:spcAft>
                <a:spcPts val="0"/>
              </a:spcAft>
            </a:pPr>
            <a:r>
              <a:rPr sz="1400" b="1" i="0">
                <a:solidFill>
                  <a:srgbClr val="012E2B"/>
                </a:solidFill>
              </a:rPr>
              <a:t>Pull request → human merges</a:t>
            </a:r>
          </a:p>
        </p:txBody>
      </p:sp>
      <p:sp>
        <p:nvSpPr>
          <p:cNvPr id="32" name="TextBox 31"/>
          <p:cNvSpPr txBox="1"/>
          <p:nvPr/>
        </p:nvSpPr>
        <p:spPr>
          <a:xfrm>
            <a:off x="5440680" y="1554480"/>
            <a:ext cx="6217920" cy="320040"/>
          </a:xfrm>
          <a:prstGeom prst="rect">
            <a:avLst/>
          </a:prstGeom>
          <a:noFill/>
        </p:spPr>
        <p:txBody>
          <a:bodyPr wrap="square" lIns="0" rIns="0" tIns="0" bIns="0" anchor="t">
            <a:spAutoFit/>
          </a:bodyPr>
          <a:lstStyle/>
          <a:p>
            <a:pPr algn="l">
              <a:spcAft>
                <a:spcPts val="0"/>
              </a:spcAft>
            </a:pPr>
            <a:r>
              <a:rPr sz="1800" b="1" i="0">
                <a:solidFill>
                  <a:srgbClr val="012E2B"/>
                </a:solidFill>
              </a:rPr>
              <a:t>6 controls</a:t>
            </a:r>
          </a:p>
        </p:txBody>
      </p:sp>
      <p:sp>
        <p:nvSpPr>
          <p:cNvPr id="33" name="TextBox 32"/>
          <p:cNvSpPr txBox="1"/>
          <p:nvPr/>
        </p:nvSpPr>
        <p:spPr>
          <a:xfrm>
            <a:off x="5440680" y="1874519"/>
            <a:ext cx="6217920" cy="228600"/>
          </a:xfrm>
          <a:prstGeom prst="rect">
            <a:avLst/>
          </a:prstGeom>
          <a:noFill/>
        </p:spPr>
        <p:txBody>
          <a:bodyPr wrap="square" lIns="0" rIns="0" tIns="0" bIns="0" anchor="t">
            <a:spAutoFit/>
          </a:bodyPr>
          <a:lstStyle/>
          <a:p>
            <a:pPr algn="l">
              <a:spcAft>
                <a:spcPts val="0"/>
              </a:spcAft>
            </a:pPr>
            <a:r>
              <a:rPr sz="1200" b="0" i="0">
                <a:solidFill>
                  <a:srgbClr val="585858"/>
                </a:solidFill>
              </a:rPr>
              <a:t>CODE / CI = enforced by machine · PROMPT = only an instruction to the AI</a:t>
            </a:r>
          </a:p>
        </p:txBody>
      </p:sp>
      <p:sp>
        <p:nvSpPr>
          <p:cNvPr id="34" name="Control 1"/>
          <p:cNvSpPr/>
          <p:nvPr/>
        </p:nvSpPr>
        <p:spPr>
          <a:xfrm>
            <a:off x="5440680" y="2240280"/>
            <a:ext cx="6217920" cy="530352"/>
          </a:xfrm>
          <a:prstGeom prst="roundRect">
            <a:avLst>
              <a:gd name="adj" fmla="val 1724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con circle FaCheckCircle"/>
          <p:cNvSpPr/>
          <p:nvPr/>
        </p:nvSpPr>
        <p:spPr>
          <a:xfrm>
            <a:off x="5532120" y="2322576"/>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FaCheckCircle_FFFFFF.png"/>
          <p:cNvPicPr>
            <a:picLocks noChangeAspect="1"/>
          </p:cNvPicPr>
          <p:nvPr/>
        </p:nvPicPr>
        <p:blipFill>
          <a:blip r:embed="rId10"/>
          <a:stretch>
            <a:fillRect/>
          </a:stretch>
        </p:blipFill>
        <p:spPr>
          <a:xfrm>
            <a:off x="5619902" y="2410358"/>
            <a:ext cx="190195" cy="190195"/>
          </a:xfrm>
          <a:prstGeom prst="rect">
            <a:avLst/>
          </a:prstGeom>
        </p:spPr>
      </p:pic>
      <p:sp>
        <p:nvSpPr>
          <p:cNvPr id="37" name="TextBox 36"/>
          <p:cNvSpPr txBox="1"/>
          <p:nvPr/>
        </p:nvSpPr>
        <p:spPr>
          <a:xfrm>
            <a:off x="6035040" y="2276856"/>
            <a:ext cx="4389120" cy="228600"/>
          </a:xfrm>
          <a:prstGeom prst="rect">
            <a:avLst/>
          </a:prstGeom>
          <a:noFill/>
        </p:spPr>
        <p:txBody>
          <a:bodyPr wrap="square" lIns="0" rIns="0" tIns="0" bIns="0" anchor="t">
            <a:spAutoFit/>
          </a:bodyPr>
          <a:lstStyle/>
          <a:p>
            <a:pPr algn="l">
              <a:spcAft>
                <a:spcPts val="0"/>
              </a:spcAft>
            </a:pPr>
            <a:r>
              <a:rPr sz="1400" b="1" i="0">
                <a:solidFill>
                  <a:srgbClr val="012E2B"/>
                </a:solidFill>
              </a:rPr>
              <a:t>Pass/fail</a:t>
            </a:r>
          </a:p>
        </p:txBody>
      </p:sp>
      <p:sp>
        <p:nvSpPr>
          <p:cNvPr id="38" name="TextBox 37"/>
          <p:cNvSpPr txBox="1"/>
          <p:nvPr/>
        </p:nvSpPr>
        <p:spPr>
          <a:xfrm>
            <a:off x="6035040" y="2523744"/>
            <a:ext cx="4389120" cy="219456"/>
          </a:xfrm>
          <a:prstGeom prst="rect">
            <a:avLst/>
          </a:prstGeom>
          <a:noFill/>
        </p:spPr>
        <p:txBody>
          <a:bodyPr wrap="square" lIns="0" rIns="0" tIns="0" bIns="0" anchor="t">
            <a:spAutoFit/>
          </a:bodyPr>
          <a:lstStyle/>
          <a:p>
            <a:pPr algn="l">
              <a:spcAft>
                <a:spcPts val="0"/>
              </a:spcAft>
            </a:pPr>
            <a:r>
              <a:rPr sz="1200" b="0" i="0">
                <a:solidFill>
                  <a:srgbClr val="585858"/>
                </a:solidFill>
              </a:rPr>
              <a:t>Decided by Maestro's result; CI has no AI step</a:t>
            </a:r>
          </a:p>
        </p:txBody>
      </p:sp>
      <p:sp>
        <p:nvSpPr>
          <p:cNvPr id="39" name="Pill CODE / CI"/>
          <p:cNvSpPr/>
          <p:nvPr/>
        </p:nvSpPr>
        <p:spPr>
          <a:xfrm>
            <a:off x="10515600" y="2377440"/>
            <a:ext cx="1051560" cy="256032"/>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515600" y="2377440"/>
            <a:ext cx="1051560" cy="256032"/>
          </a:xfrm>
          <a:prstGeom prst="rect">
            <a:avLst/>
          </a:prstGeom>
          <a:noFill/>
        </p:spPr>
        <p:txBody>
          <a:bodyPr wrap="square" lIns="0" rIns="0" tIns="0" bIns="0" anchor="ctr">
            <a:spAutoFit/>
          </a:bodyPr>
          <a:lstStyle/>
          <a:p>
            <a:pPr algn="ctr">
              <a:spcAft>
                <a:spcPts val="0"/>
              </a:spcAft>
            </a:pPr>
            <a:r>
              <a:rPr sz="1000" b="1" i="0">
                <a:solidFill>
                  <a:srgbClr val="FFFFFF"/>
                </a:solidFill>
              </a:rPr>
              <a:t>CODE / CI</a:t>
            </a:r>
          </a:p>
        </p:txBody>
      </p:sp>
      <p:sp>
        <p:nvSpPr>
          <p:cNvPr id="41" name="Control 2"/>
          <p:cNvSpPr/>
          <p:nvPr/>
        </p:nvSpPr>
        <p:spPr>
          <a:xfrm>
            <a:off x="5440680" y="2825496"/>
            <a:ext cx="6217920" cy="530352"/>
          </a:xfrm>
          <a:prstGeom prst="roundRect">
            <a:avLst>
              <a:gd name="adj" fmla="val 1724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con circle FaClipboardList"/>
          <p:cNvSpPr/>
          <p:nvPr/>
        </p:nvSpPr>
        <p:spPr>
          <a:xfrm>
            <a:off x="5532120" y="2907792"/>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FaClipboardList_FFFFFF.png"/>
          <p:cNvPicPr>
            <a:picLocks noChangeAspect="1"/>
          </p:cNvPicPr>
          <p:nvPr/>
        </p:nvPicPr>
        <p:blipFill>
          <a:blip r:embed="rId5"/>
          <a:stretch>
            <a:fillRect/>
          </a:stretch>
        </p:blipFill>
        <p:spPr>
          <a:xfrm>
            <a:off x="5619902" y="2995574"/>
            <a:ext cx="190195" cy="190195"/>
          </a:xfrm>
          <a:prstGeom prst="rect">
            <a:avLst/>
          </a:prstGeom>
        </p:spPr>
      </p:pic>
      <p:sp>
        <p:nvSpPr>
          <p:cNvPr id="44" name="TextBox 43"/>
          <p:cNvSpPr txBox="1"/>
          <p:nvPr/>
        </p:nvSpPr>
        <p:spPr>
          <a:xfrm>
            <a:off x="6035040" y="2862072"/>
            <a:ext cx="4389120" cy="228600"/>
          </a:xfrm>
          <a:prstGeom prst="rect">
            <a:avLst/>
          </a:prstGeom>
          <a:noFill/>
        </p:spPr>
        <p:txBody>
          <a:bodyPr wrap="square" lIns="0" rIns="0" tIns="0" bIns="0" anchor="t">
            <a:spAutoFit/>
          </a:bodyPr>
          <a:lstStyle/>
          <a:p>
            <a:pPr algn="l">
              <a:spcAft>
                <a:spcPts val="0"/>
              </a:spcAft>
            </a:pPr>
            <a:r>
              <a:rPr sz="1400" b="1" i="0">
                <a:solidFill>
                  <a:srgbClr val="012E2B"/>
                </a:solidFill>
              </a:rPr>
              <a:t>Every requirement covered</a:t>
            </a:r>
          </a:p>
        </p:txBody>
      </p:sp>
      <p:sp>
        <p:nvSpPr>
          <p:cNvPr id="45" name="TextBox 44"/>
          <p:cNvSpPr txBox="1"/>
          <p:nvPr/>
        </p:nvSpPr>
        <p:spPr>
          <a:xfrm>
            <a:off x="6035040" y="3108960"/>
            <a:ext cx="4389120" cy="219456"/>
          </a:xfrm>
          <a:prstGeom prst="rect">
            <a:avLst/>
          </a:prstGeom>
          <a:noFill/>
        </p:spPr>
        <p:txBody>
          <a:bodyPr wrap="square" lIns="0" rIns="0" tIns="0" bIns="0" anchor="t">
            <a:spAutoFit/>
          </a:bodyPr>
          <a:lstStyle/>
          <a:p>
            <a:pPr algn="l">
              <a:spcAft>
                <a:spcPts val="0"/>
              </a:spcAft>
            </a:pPr>
            <a:r>
              <a:rPr sz="1200" b="0" i="0">
                <a:solidFill>
                  <a:srgbClr val="585858"/>
                </a:solidFill>
              </a:rPr>
              <a:t>Each rule in the spec needs a matching test case</a:t>
            </a:r>
          </a:p>
        </p:txBody>
      </p:sp>
      <p:sp>
        <p:nvSpPr>
          <p:cNvPr id="46" name="Pill CODE"/>
          <p:cNvSpPr/>
          <p:nvPr/>
        </p:nvSpPr>
        <p:spPr>
          <a:xfrm>
            <a:off x="10515600" y="2962656"/>
            <a:ext cx="1051560" cy="256032"/>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515600" y="2962656"/>
            <a:ext cx="1051560" cy="256032"/>
          </a:xfrm>
          <a:prstGeom prst="rect">
            <a:avLst/>
          </a:prstGeom>
          <a:noFill/>
        </p:spPr>
        <p:txBody>
          <a:bodyPr wrap="square" lIns="0" rIns="0" tIns="0" bIns="0" anchor="ctr">
            <a:spAutoFit/>
          </a:bodyPr>
          <a:lstStyle/>
          <a:p>
            <a:pPr algn="ctr">
              <a:spcAft>
                <a:spcPts val="0"/>
              </a:spcAft>
            </a:pPr>
            <a:r>
              <a:rPr sz="1000" b="1" i="0">
                <a:solidFill>
                  <a:srgbClr val="FFFFFF"/>
                </a:solidFill>
              </a:rPr>
              <a:t>CODE</a:t>
            </a:r>
          </a:p>
        </p:txBody>
      </p:sp>
      <p:sp>
        <p:nvSpPr>
          <p:cNvPr id="48" name="Control 3"/>
          <p:cNvSpPr/>
          <p:nvPr/>
        </p:nvSpPr>
        <p:spPr>
          <a:xfrm>
            <a:off x="5440680" y="3410712"/>
            <a:ext cx="6217920" cy="530352"/>
          </a:xfrm>
          <a:prstGeom prst="roundRect">
            <a:avLst>
              <a:gd name="adj" fmla="val 1724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Icon circle FaShieldAlt"/>
          <p:cNvSpPr/>
          <p:nvPr/>
        </p:nvSpPr>
        <p:spPr>
          <a:xfrm>
            <a:off x="5532120" y="3493008"/>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FaShieldAlt_FFFFFF.png"/>
          <p:cNvPicPr>
            <a:picLocks noChangeAspect="1"/>
          </p:cNvPicPr>
          <p:nvPr/>
        </p:nvPicPr>
        <p:blipFill>
          <a:blip r:embed="rId11"/>
          <a:stretch>
            <a:fillRect/>
          </a:stretch>
        </p:blipFill>
        <p:spPr>
          <a:xfrm>
            <a:off x="5619902" y="3580790"/>
            <a:ext cx="190195" cy="190195"/>
          </a:xfrm>
          <a:prstGeom prst="rect">
            <a:avLst/>
          </a:prstGeom>
        </p:spPr>
      </p:pic>
      <p:sp>
        <p:nvSpPr>
          <p:cNvPr id="51" name="TextBox 50"/>
          <p:cNvSpPr txBox="1"/>
          <p:nvPr/>
        </p:nvSpPr>
        <p:spPr>
          <a:xfrm>
            <a:off x="6035040" y="3447288"/>
            <a:ext cx="4389120" cy="228600"/>
          </a:xfrm>
          <a:prstGeom prst="rect">
            <a:avLst/>
          </a:prstGeom>
          <a:noFill/>
        </p:spPr>
        <p:txBody>
          <a:bodyPr wrap="square" lIns="0" rIns="0" tIns="0" bIns="0" anchor="t">
            <a:spAutoFit/>
          </a:bodyPr>
          <a:lstStyle/>
          <a:p>
            <a:pPr algn="l">
              <a:spcAft>
                <a:spcPts val="0"/>
              </a:spcAft>
            </a:pPr>
            <a:r>
              <a:rPr sz="1400" b="1" i="0">
                <a:solidFill>
                  <a:srgbClr val="012E2B"/>
                </a:solidFill>
              </a:rPr>
              <a:t>Honest “green”</a:t>
            </a:r>
          </a:p>
        </p:txBody>
      </p:sp>
      <p:sp>
        <p:nvSpPr>
          <p:cNvPr id="52" name="TextBox 51"/>
          <p:cNvSpPr txBox="1"/>
          <p:nvPr/>
        </p:nvSpPr>
        <p:spPr>
          <a:xfrm>
            <a:off x="6035040" y="3694176"/>
            <a:ext cx="4389120" cy="219456"/>
          </a:xfrm>
          <a:prstGeom prst="rect">
            <a:avLst/>
          </a:prstGeom>
          <a:noFill/>
        </p:spPr>
        <p:txBody>
          <a:bodyPr wrap="square" lIns="0" rIns="0" tIns="0" bIns="0" anchor="t">
            <a:spAutoFit/>
          </a:bodyPr>
          <a:lstStyle/>
          <a:p>
            <a:pPr algn="l">
              <a:spcAft>
                <a:spcPts val="0"/>
              </a:spcAft>
            </a:pPr>
            <a:r>
              <a:rPr sz="1200" b="0" i="0">
                <a:solidFill>
                  <a:srgbClr val="585858"/>
                </a:solidFill>
              </a:rPr>
              <a:t>Green only when every rule has a test and tests pass</a:t>
            </a:r>
          </a:p>
        </p:txBody>
      </p:sp>
      <p:sp>
        <p:nvSpPr>
          <p:cNvPr id="53" name="Pill CODE"/>
          <p:cNvSpPr/>
          <p:nvPr/>
        </p:nvSpPr>
        <p:spPr>
          <a:xfrm>
            <a:off x="10515600" y="3547872"/>
            <a:ext cx="1051560" cy="256032"/>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0515600" y="3547872"/>
            <a:ext cx="1051560" cy="256032"/>
          </a:xfrm>
          <a:prstGeom prst="rect">
            <a:avLst/>
          </a:prstGeom>
          <a:noFill/>
        </p:spPr>
        <p:txBody>
          <a:bodyPr wrap="square" lIns="0" rIns="0" tIns="0" bIns="0" anchor="ctr">
            <a:spAutoFit/>
          </a:bodyPr>
          <a:lstStyle/>
          <a:p>
            <a:pPr algn="ctr">
              <a:spcAft>
                <a:spcPts val="0"/>
              </a:spcAft>
            </a:pPr>
            <a:r>
              <a:rPr sz="1000" b="1" i="0">
                <a:solidFill>
                  <a:srgbClr val="FFFFFF"/>
                </a:solidFill>
              </a:rPr>
              <a:t>CODE</a:t>
            </a:r>
          </a:p>
        </p:txBody>
      </p:sp>
      <p:sp>
        <p:nvSpPr>
          <p:cNvPr id="55" name="Control 4"/>
          <p:cNvSpPr/>
          <p:nvPr/>
        </p:nvSpPr>
        <p:spPr>
          <a:xfrm>
            <a:off x="5440680" y="3995928"/>
            <a:ext cx="6217920" cy="530352"/>
          </a:xfrm>
          <a:prstGeom prst="roundRect">
            <a:avLst>
              <a:gd name="adj" fmla="val 1724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Icon circle FaLock"/>
          <p:cNvSpPr/>
          <p:nvPr/>
        </p:nvSpPr>
        <p:spPr>
          <a:xfrm>
            <a:off x="5532120" y="4078224"/>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Picture 56" descr="FaLock_FFFFFF.png"/>
          <p:cNvPicPr>
            <a:picLocks noChangeAspect="1"/>
          </p:cNvPicPr>
          <p:nvPr/>
        </p:nvPicPr>
        <p:blipFill>
          <a:blip r:embed="rId12"/>
          <a:stretch>
            <a:fillRect/>
          </a:stretch>
        </p:blipFill>
        <p:spPr>
          <a:xfrm>
            <a:off x="5619902" y="4166006"/>
            <a:ext cx="190195" cy="190195"/>
          </a:xfrm>
          <a:prstGeom prst="rect">
            <a:avLst/>
          </a:prstGeom>
        </p:spPr>
      </p:pic>
      <p:sp>
        <p:nvSpPr>
          <p:cNvPr id="58" name="TextBox 57"/>
          <p:cNvSpPr txBox="1"/>
          <p:nvPr/>
        </p:nvSpPr>
        <p:spPr>
          <a:xfrm>
            <a:off x="6035040" y="4032504"/>
            <a:ext cx="4389120" cy="228600"/>
          </a:xfrm>
          <a:prstGeom prst="rect">
            <a:avLst/>
          </a:prstGeom>
          <a:noFill/>
        </p:spPr>
        <p:txBody>
          <a:bodyPr wrap="square" lIns="0" rIns="0" tIns="0" bIns="0" anchor="t">
            <a:spAutoFit/>
          </a:bodyPr>
          <a:lstStyle/>
          <a:p>
            <a:pPr algn="l">
              <a:spcAft>
                <a:spcPts val="0"/>
              </a:spcAft>
            </a:pPr>
            <a:r>
              <a:rPr sz="1400" b="1" i="0">
                <a:solidFill>
                  <a:srgbClr val="012E2B"/>
                </a:solidFill>
              </a:rPr>
              <a:t>No editing requirements to pass</a:t>
            </a:r>
          </a:p>
        </p:txBody>
      </p:sp>
      <p:sp>
        <p:nvSpPr>
          <p:cNvPr id="59" name="TextBox 58"/>
          <p:cNvSpPr txBox="1"/>
          <p:nvPr/>
        </p:nvSpPr>
        <p:spPr>
          <a:xfrm>
            <a:off x="6035040" y="4279392"/>
            <a:ext cx="4389120" cy="219456"/>
          </a:xfrm>
          <a:prstGeom prst="rect">
            <a:avLst/>
          </a:prstGeom>
          <a:noFill/>
        </p:spPr>
        <p:txBody>
          <a:bodyPr wrap="square" lIns="0" rIns="0" tIns="0" bIns="0" anchor="t">
            <a:spAutoFit/>
          </a:bodyPr>
          <a:lstStyle/>
          <a:p>
            <a:pPr algn="l">
              <a:spcAft>
                <a:spcPts val="0"/>
              </a:spcAft>
            </a:pPr>
            <a:r>
              <a:rPr sz="1200" b="0" i="0">
                <a:solidFill>
                  <a:srgbClr val="585858"/>
                </a:solidFill>
              </a:rPr>
              <a:t>CI blocks spec + test changes in one PR without approval</a:t>
            </a:r>
          </a:p>
        </p:txBody>
      </p:sp>
      <p:sp>
        <p:nvSpPr>
          <p:cNvPr id="60" name="Pill CI"/>
          <p:cNvSpPr/>
          <p:nvPr/>
        </p:nvSpPr>
        <p:spPr>
          <a:xfrm>
            <a:off x="10515600" y="4133088"/>
            <a:ext cx="1051560" cy="256032"/>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10515600" y="4133088"/>
            <a:ext cx="1051560" cy="256032"/>
          </a:xfrm>
          <a:prstGeom prst="rect">
            <a:avLst/>
          </a:prstGeom>
          <a:noFill/>
        </p:spPr>
        <p:txBody>
          <a:bodyPr wrap="square" lIns="0" rIns="0" tIns="0" bIns="0" anchor="ctr">
            <a:spAutoFit/>
          </a:bodyPr>
          <a:lstStyle/>
          <a:p>
            <a:pPr algn="ctr">
              <a:spcAft>
                <a:spcPts val="0"/>
              </a:spcAft>
            </a:pPr>
            <a:r>
              <a:rPr sz="1000" b="1" i="0">
                <a:solidFill>
                  <a:srgbClr val="FFFFFF"/>
                </a:solidFill>
              </a:rPr>
              <a:t>CI</a:t>
            </a:r>
          </a:p>
        </p:txBody>
      </p:sp>
      <p:sp>
        <p:nvSpPr>
          <p:cNvPr id="62" name="Control 5"/>
          <p:cNvSpPr/>
          <p:nvPr/>
        </p:nvSpPr>
        <p:spPr>
          <a:xfrm>
            <a:off x="5440680" y="4581144"/>
            <a:ext cx="6217920" cy="530352"/>
          </a:xfrm>
          <a:prstGeom prst="roundRect">
            <a:avLst>
              <a:gd name="adj" fmla="val 1724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Icon circle FaWrench"/>
          <p:cNvSpPr/>
          <p:nvPr/>
        </p:nvSpPr>
        <p:spPr>
          <a:xfrm>
            <a:off x="5532120" y="4663440"/>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FaWrench_FFFFFF.png"/>
          <p:cNvPicPr>
            <a:picLocks noChangeAspect="1"/>
          </p:cNvPicPr>
          <p:nvPr/>
        </p:nvPicPr>
        <p:blipFill>
          <a:blip r:embed="rId13"/>
          <a:stretch>
            <a:fillRect/>
          </a:stretch>
        </p:blipFill>
        <p:spPr>
          <a:xfrm>
            <a:off x="5619902" y="4751222"/>
            <a:ext cx="190195" cy="190195"/>
          </a:xfrm>
          <a:prstGeom prst="rect">
            <a:avLst/>
          </a:prstGeom>
        </p:spPr>
      </p:pic>
      <p:sp>
        <p:nvSpPr>
          <p:cNvPr id="65" name="TextBox 64"/>
          <p:cNvSpPr txBox="1"/>
          <p:nvPr/>
        </p:nvSpPr>
        <p:spPr>
          <a:xfrm>
            <a:off x="6035040" y="4617720"/>
            <a:ext cx="4389120" cy="228600"/>
          </a:xfrm>
          <a:prstGeom prst="rect">
            <a:avLst/>
          </a:prstGeom>
          <a:noFill/>
        </p:spPr>
        <p:txBody>
          <a:bodyPr wrap="square" lIns="0" rIns="0" tIns="0" bIns="0" anchor="t">
            <a:spAutoFit/>
          </a:bodyPr>
          <a:lstStyle/>
          <a:p>
            <a:pPr algn="l">
              <a:spcAft>
                <a:spcPts val="0"/>
              </a:spcAft>
            </a:pPr>
            <a:r>
              <a:rPr sz="1400" b="1" i="0">
                <a:solidFill>
                  <a:srgbClr val="012E2B"/>
                </a:solidFill>
              </a:rPr>
              <a:t>Auto-fix cannot touch checks</a:t>
            </a:r>
          </a:p>
        </p:txBody>
      </p:sp>
      <p:sp>
        <p:nvSpPr>
          <p:cNvPr id="66" name="TextBox 65"/>
          <p:cNvSpPr txBox="1"/>
          <p:nvPr/>
        </p:nvSpPr>
        <p:spPr>
          <a:xfrm>
            <a:off x="6035040" y="4864607"/>
            <a:ext cx="4389120" cy="219456"/>
          </a:xfrm>
          <a:prstGeom prst="rect">
            <a:avLst/>
          </a:prstGeom>
          <a:noFill/>
        </p:spPr>
        <p:txBody>
          <a:bodyPr wrap="square" lIns="0" rIns="0" tIns="0" bIns="0" anchor="t">
            <a:spAutoFit/>
          </a:bodyPr>
          <a:lstStyle/>
          <a:p>
            <a:pPr algn="l">
              <a:spcAft>
                <a:spcPts val="0"/>
              </a:spcAft>
            </a:pPr>
            <a:r>
              <a:rPr sz="1200" b="0" i="0">
                <a:solidFill>
                  <a:srgbClr val="585858"/>
                </a:solidFill>
              </a:rPr>
              <a:t>Only selectors and wait times; never assertions</a:t>
            </a:r>
          </a:p>
        </p:txBody>
      </p:sp>
      <p:sp>
        <p:nvSpPr>
          <p:cNvPr id="67" name="Pill CODE"/>
          <p:cNvSpPr/>
          <p:nvPr/>
        </p:nvSpPr>
        <p:spPr>
          <a:xfrm>
            <a:off x="10515600" y="4718304"/>
            <a:ext cx="1051560" cy="256032"/>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0515600" y="4718304"/>
            <a:ext cx="1051560" cy="256032"/>
          </a:xfrm>
          <a:prstGeom prst="rect">
            <a:avLst/>
          </a:prstGeom>
          <a:noFill/>
        </p:spPr>
        <p:txBody>
          <a:bodyPr wrap="square" lIns="0" rIns="0" tIns="0" bIns="0" anchor="ctr">
            <a:spAutoFit/>
          </a:bodyPr>
          <a:lstStyle/>
          <a:p>
            <a:pPr algn="ctr">
              <a:spcAft>
                <a:spcPts val="0"/>
              </a:spcAft>
            </a:pPr>
            <a:r>
              <a:rPr sz="1000" b="1" i="0">
                <a:solidFill>
                  <a:srgbClr val="FFFFFF"/>
                </a:solidFill>
              </a:rPr>
              <a:t>CODE</a:t>
            </a:r>
          </a:p>
        </p:txBody>
      </p:sp>
      <p:sp>
        <p:nvSpPr>
          <p:cNvPr id="69" name="Control 6"/>
          <p:cNvSpPr/>
          <p:nvPr/>
        </p:nvSpPr>
        <p:spPr>
          <a:xfrm>
            <a:off x="5440680" y="5166360"/>
            <a:ext cx="6217920" cy="530352"/>
          </a:xfrm>
          <a:prstGeom prst="roundRect">
            <a:avLst>
              <a:gd name="adj" fmla="val 1724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Icon circle FaEye"/>
          <p:cNvSpPr/>
          <p:nvPr/>
        </p:nvSpPr>
        <p:spPr>
          <a:xfrm>
            <a:off x="5532120" y="5248656"/>
            <a:ext cx="365760" cy="36576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1" name="Picture 70" descr="FaEye_FFFFFF.png"/>
          <p:cNvPicPr>
            <a:picLocks noChangeAspect="1"/>
          </p:cNvPicPr>
          <p:nvPr/>
        </p:nvPicPr>
        <p:blipFill>
          <a:blip r:embed="rId14"/>
          <a:stretch>
            <a:fillRect/>
          </a:stretch>
        </p:blipFill>
        <p:spPr>
          <a:xfrm>
            <a:off x="5619902" y="5336438"/>
            <a:ext cx="190195" cy="190195"/>
          </a:xfrm>
          <a:prstGeom prst="rect">
            <a:avLst/>
          </a:prstGeom>
        </p:spPr>
      </p:pic>
      <p:sp>
        <p:nvSpPr>
          <p:cNvPr id="72" name="TextBox 71"/>
          <p:cNvSpPr txBox="1"/>
          <p:nvPr/>
        </p:nvSpPr>
        <p:spPr>
          <a:xfrm>
            <a:off x="6035040" y="5202936"/>
            <a:ext cx="4389120" cy="228600"/>
          </a:xfrm>
          <a:prstGeom prst="rect">
            <a:avLst/>
          </a:prstGeom>
          <a:noFill/>
        </p:spPr>
        <p:txBody>
          <a:bodyPr wrap="square" lIns="0" rIns="0" tIns="0" bIns="0" anchor="t">
            <a:spAutoFit/>
          </a:bodyPr>
          <a:lstStyle/>
          <a:p>
            <a:pPr algn="l">
              <a:spcAft>
                <a:spcPts val="0"/>
              </a:spcAft>
            </a:pPr>
            <a:r>
              <a:rPr sz="1400" b="1" i="0">
                <a:solidFill>
                  <a:srgbClr val="012E2B"/>
                </a:solidFill>
              </a:rPr>
              <a:t>Elements come from the real app</a:t>
            </a:r>
          </a:p>
        </p:txBody>
      </p:sp>
      <p:sp>
        <p:nvSpPr>
          <p:cNvPr id="73" name="TextBox 72"/>
          <p:cNvSpPr txBox="1"/>
          <p:nvPr/>
        </p:nvSpPr>
        <p:spPr>
          <a:xfrm>
            <a:off x="6035040" y="5449824"/>
            <a:ext cx="4389120" cy="219456"/>
          </a:xfrm>
          <a:prstGeom prst="rect">
            <a:avLst/>
          </a:prstGeom>
          <a:noFill/>
        </p:spPr>
        <p:txBody>
          <a:bodyPr wrap="square" lIns="0" rIns="0" tIns="0" bIns="0" anchor="t">
            <a:spAutoFit/>
          </a:bodyPr>
          <a:lstStyle/>
          <a:p>
            <a:pPr algn="l">
              <a:spcAft>
                <a:spcPts val="0"/>
              </a:spcAft>
            </a:pPr>
            <a:r>
              <a:rPr sz="1200" b="0" i="0">
                <a:solidFill>
                  <a:srgbClr val="585858"/>
                </a:solidFill>
              </a:rPr>
              <a:t>AI must look at the real screen before writing a selector</a:t>
            </a:r>
          </a:p>
        </p:txBody>
      </p:sp>
      <p:sp>
        <p:nvSpPr>
          <p:cNvPr id="74" name="Pill PROMPT"/>
          <p:cNvSpPr/>
          <p:nvPr/>
        </p:nvSpPr>
        <p:spPr>
          <a:xfrm>
            <a:off x="10515600" y="5303520"/>
            <a:ext cx="1051560" cy="256032"/>
          </a:xfrm>
          <a:prstGeom prst="roundRect">
            <a:avLst>
              <a:gd name="adj" fmla="val 5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0515600" y="5303520"/>
            <a:ext cx="1051560" cy="256032"/>
          </a:xfrm>
          <a:prstGeom prst="rect">
            <a:avLst/>
          </a:prstGeom>
          <a:noFill/>
        </p:spPr>
        <p:txBody>
          <a:bodyPr wrap="square" lIns="0" rIns="0" tIns="0" bIns="0" anchor="ctr">
            <a:spAutoFit/>
          </a:bodyPr>
          <a:lstStyle/>
          <a:p>
            <a:pPr algn="ctr">
              <a:spcAft>
                <a:spcPts val="0"/>
              </a:spcAft>
            </a:pPr>
            <a:r>
              <a:rPr sz="1000" b="1" i="0">
                <a:solidFill>
                  <a:srgbClr val="012E2B"/>
                </a:solidFill>
              </a:rPr>
              <a:t>PROMPT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Cost</a:t>
            </a:r>
          </a:p>
        </p:txBody>
      </p:sp>
      <p:sp>
        <p:nvSpPr>
          <p:cNvPr id="3" name="Text Placeholder 2"/>
          <p:cNvSpPr>
            <a:spLocks noGrp="1"/>
          </p:cNvSpPr>
          <p:nvPr>
            <p:ph type="body" idx="11" sz="quarter"/>
          </p:nvPr>
        </p:nvSpPr>
        <p:spPr/>
        <p:txBody>
          <a:bodyPr/>
          <a:lstStyle/>
          <a:p>
            <a:r>
              <a:rPr b="1" sz="1200">
                <a:solidFill>
                  <a:srgbClr val="FFFFFF"/>
                </a:solidFill>
              </a:rPr>
              <a:t>COST &amp; CONTEXT</a:t>
            </a:r>
          </a:p>
        </p:txBody>
      </p:sp>
      <p:sp>
        <p:nvSpPr>
          <p:cNvPr id="4" name="Text Placeholder 3"/>
          <p:cNvSpPr>
            <a:spLocks noGrp="1"/>
          </p:cNvSpPr>
          <p:nvPr>
            <p:ph type="body" idx="13" sz="quarter"/>
          </p:nvPr>
        </p:nvSpPr>
        <p:spPr/>
        <p:txBody>
          <a:bodyPr/>
          <a:lstStyle/>
          <a:p>
            <a:r>
              <a:t>Small, measured and capped: one data point, not a standard</a:t>
            </a:r>
          </a:p>
        </p:txBody>
      </p:sp>
      <p:graphicFrame>
        <p:nvGraphicFramePr>
          <p:cNvPr id="5" name="Cost per ticket chart"/>
          <p:cNvGraphicFramePr>
            <a:graphicFrameLocks noGrp="1"/>
          </p:cNvGraphicFramePr>
          <p:nvPr/>
        </p:nvGraphicFramePr>
        <p:xfrm>
          <a:off x="512064" y="1600200"/>
          <a:ext cx="6675120" cy="3566160"/>
        </p:xfrm>
        <a:graphic>
          <a:graphicData uri="http://schemas.openxmlformats.org/drawingml/2006/chart">
            <c:chart xmlns:c="http://schemas.openxmlformats.org/drawingml/2006/chart" r:id="rId3"/>
          </a:graphicData>
        </a:graphic>
      </p:graphicFrame>
      <p:sp>
        <p:nvSpPr>
          <p:cNvPr id="6" name="Stat 1"/>
          <p:cNvSpPr/>
          <p:nvPr/>
        </p:nvSpPr>
        <p:spPr>
          <a:xfrm>
            <a:off x="7498079" y="1600200"/>
            <a:ext cx="4160520" cy="1097280"/>
          </a:xfrm>
          <a:prstGeom prst="roundRect">
            <a:avLst>
              <a:gd name="adj" fmla="val 833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26679" y="1673352"/>
            <a:ext cx="3749039" cy="548640"/>
          </a:xfrm>
          <a:prstGeom prst="rect">
            <a:avLst/>
          </a:prstGeom>
          <a:noFill/>
        </p:spPr>
        <p:txBody>
          <a:bodyPr wrap="square" lIns="0" rIns="0" tIns="0" bIns="0" anchor="ctr">
            <a:spAutoFit/>
          </a:bodyPr>
          <a:lstStyle/>
          <a:p>
            <a:pPr algn="l">
              <a:spcAft>
                <a:spcPts val="0"/>
              </a:spcAft>
            </a:pPr>
            <a:r>
              <a:rPr sz="3400" b="1" i="0">
                <a:solidFill>
                  <a:srgbClr val="012E2B"/>
                </a:solidFill>
              </a:rPr>
              <a:t>~$0.4</a:t>
            </a:r>
          </a:p>
        </p:txBody>
      </p:sp>
      <p:sp>
        <p:nvSpPr>
          <p:cNvPr id="8" name="TextBox 7"/>
          <p:cNvSpPr txBox="1"/>
          <p:nvPr/>
        </p:nvSpPr>
        <p:spPr>
          <a:xfrm>
            <a:off x="7726679" y="2258568"/>
            <a:ext cx="3749039" cy="384048"/>
          </a:xfrm>
          <a:prstGeom prst="rect">
            <a:avLst/>
          </a:prstGeom>
          <a:noFill/>
        </p:spPr>
        <p:txBody>
          <a:bodyPr wrap="square" lIns="0" rIns="0" tIns="0" bIns="0" anchor="t">
            <a:spAutoFit/>
          </a:bodyPr>
          <a:lstStyle/>
          <a:p>
            <a:pPr algn="l">
              <a:spcAft>
                <a:spcPts val="0"/>
              </a:spcAft>
            </a:pPr>
            <a:r>
              <a:rPr sz="1300" b="0" i="0">
                <a:solidFill>
                  <a:srgbClr val="585858"/>
                </a:solidFill>
              </a:rPr>
              <a:t>per generated test (ShopDemo, 5 runs)</a:t>
            </a:r>
          </a:p>
        </p:txBody>
      </p:sp>
      <p:sp>
        <p:nvSpPr>
          <p:cNvPr id="9" name="Stat 2"/>
          <p:cNvSpPr/>
          <p:nvPr/>
        </p:nvSpPr>
        <p:spPr>
          <a:xfrm>
            <a:off x="7498079" y="2834640"/>
            <a:ext cx="4160520" cy="1097280"/>
          </a:xfrm>
          <a:prstGeom prst="roundRect">
            <a:avLst>
              <a:gd name="adj" fmla="val 833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26679" y="2907792"/>
            <a:ext cx="3749039" cy="548640"/>
          </a:xfrm>
          <a:prstGeom prst="rect">
            <a:avLst/>
          </a:prstGeom>
          <a:noFill/>
        </p:spPr>
        <p:txBody>
          <a:bodyPr wrap="square" lIns="0" rIns="0" tIns="0" bIns="0" anchor="ctr">
            <a:spAutoFit/>
          </a:bodyPr>
          <a:lstStyle/>
          <a:p>
            <a:pPr algn="l">
              <a:spcAft>
                <a:spcPts val="0"/>
              </a:spcAft>
            </a:pPr>
            <a:r>
              <a:rPr sz="3400" b="1" i="0">
                <a:solidFill>
                  <a:srgbClr val="012E2B"/>
                </a:solidFill>
              </a:rPr>
              <a:t>$0</a:t>
            </a:r>
          </a:p>
        </p:txBody>
      </p:sp>
      <p:sp>
        <p:nvSpPr>
          <p:cNvPr id="11" name="TextBox 10"/>
          <p:cNvSpPr txBox="1"/>
          <p:nvPr/>
        </p:nvSpPr>
        <p:spPr>
          <a:xfrm>
            <a:off x="7726679" y="3493008"/>
            <a:ext cx="3749039" cy="384048"/>
          </a:xfrm>
          <a:prstGeom prst="rect">
            <a:avLst/>
          </a:prstGeom>
          <a:noFill/>
        </p:spPr>
        <p:txBody>
          <a:bodyPr wrap="square" lIns="0" rIns="0" tIns="0" bIns="0" anchor="t">
            <a:spAutoFit/>
          </a:bodyPr>
          <a:lstStyle/>
          <a:p>
            <a:pPr algn="l">
              <a:spcAft>
                <a:spcPts val="0"/>
              </a:spcAft>
            </a:pPr>
            <a:r>
              <a:rPr sz="1300" b="0" i="0">
                <a:solidFill>
                  <a:srgbClr val="585858"/>
                </a:solidFill>
              </a:rPr>
              <a:t>AI cost when CI re-runs the tests</a:t>
            </a:r>
          </a:p>
        </p:txBody>
      </p:sp>
      <p:sp>
        <p:nvSpPr>
          <p:cNvPr id="12" name="Stat 3"/>
          <p:cNvSpPr/>
          <p:nvPr/>
        </p:nvSpPr>
        <p:spPr>
          <a:xfrm>
            <a:off x="7498079" y="4069080"/>
            <a:ext cx="4160520" cy="1097280"/>
          </a:xfrm>
          <a:prstGeom prst="roundRect">
            <a:avLst>
              <a:gd name="adj" fmla="val 833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26679" y="4142232"/>
            <a:ext cx="3749039" cy="548640"/>
          </a:xfrm>
          <a:prstGeom prst="rect">
            <a:avLst/>
          </a:prstGeom>
          <a:noFill/>
        </p:spPr>
        <p:txBody>
          <a:bodyPr wrap="square" lIns="0" rIns="0" tIns="0" bIns="0" anchor="ctr">
            <a:spAutoFit/>
          </a:bodyPr>
          <a:lstStyle/>
          <a:p>
            <a:pPr algn="l">
              <a:spcAft>
                <a:spcPts val="0"/>
              </a:spcAft>
            </a:pPr>
            <a:r>
              <a:rPr sz="3400" b="1" i="0">
                <a:solidFill>
                  <a:srgbClr val="012E2B"/>
                </a:solidFill>
              </a:rPr>
              <a:t>~$10–70</a:t>
            </a:r>
          </a:p>
        </p:txBody>
      </p:sp>
      <p:sp>
        <p:nvSpPr>
          <p:cNvPr id="14" name="TextBox 13"/>
          <p:cNvSpPr txBox="1"/>
          <p:nvPr/>
        </p:nvSpPr>
        <p:spPr>
          <a:xfrm>
            <a:off x="7726679" y="4727448"/>
            <a:ext cx="3749039" cy="384048"/>
          </a:xfrm>
          <a:prstGeom prst="rect">
            <a:avLst/>
          </a:prstGeom>
          <a:noFill/>
        </p:spPr>
        <p:txBody>
          <a:bodyPr wrap="square" lIns="0" rIns="0" tIns="0" bIns="0" anchor="t">
            <a:spAutoFit/>
          </a:bodyPr>
          <a:lstStyle/>
          <a:p>
            <a:pPr algn="l">
              <a:spcAft>
                <a:spcPts val="0"/>
              </a:spcAft>
            </a:pPr>
            <a:r>
              <a:rPr sz="1300" b="0" i="0">
                <a:solidFill>
                  <a:srgbClr val="585858"/>
                </a:solidFill>
              </a:rPr>
              <a:t>AI cost for the whole 10–15-ticket pilot (estimate)</a:t>
            </a:r>
          </a:p>
        </p:txBody>
      </p:sp>
      <p:sp>
        <p:nvSpPr>
          <p:cNvPr id="15" name="Caveat"/>
          <p:cNvSpPr/>
          <p:nvPr/>
        </p:nvSpPr>
        <p:spPr>
          <a:xfrm>
            <a:off x="512064" y="5349240"/>
            <a:ext cx="10149840" cy="640080"/>
          </a:xfrm>
          <a:prstGeom prst="roundRect">
            <a:avLst>
              <a:gd name="adj" fmla="val 14285"/>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5349240"/>
            <a:ext cx="9784080" cy="640080"/>
          </a:xfrm>
          <a:prstGeom prst="rect">
            <a:avLst/>
          </a:prstGeom>
          <a:noFill/>
        </p:spPr>
        <p:txBody>
          <a:bodyPr wrap="square" lIns="0" rIns="0" tIns="0" bIns="0" anchor="ctr">
            <a:spAutoFit/>
          </a:bodyPr>
          <a:lstStyle/>
          <a:p>
            <a:pPr algn="l">
              <a:spcAft>
                <a:spcPts val="0"/>
              </a:spcAft>
            </a:pPr>
            <a:r>
              <a:rPr sz="1400" b="1" i="0">
                <a:solidFill>
                  <a:srgbClr val="02BA71"/>
                </a:solidFill>
              </a:rPr>
              <a:t>One data point, not a standard. </a:t>
            </a:r>
            <a:r>
              <a:rPr sz="1400" b="0" i="0">
                <a:solidFill>
                  <a:srgbClr val="FFFFFF"/>
                </a:solidFill>
              </a:rPr>
              <a:t>ShopDemo is a simple app; a real app may cost 1–3× more (assumption). Hard ceilings per step: $1.5 · $2 · $12 · $4 — guard rails, not a budget.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Scenario</a:t>
            </a:r>
          </a:p>
        </p:txBody>
      </p:sp>
      <p:sp>
        <p:nvSpPr>
          <p:cNvPr id="3" name="Text Placeholder 2"/>
          <p:cNvSpPr>
            <a:spLocks noGrp="1"/>
          </p:cNvSpPr>
          <p:nvPr>
            <p:ph type="body" idx="11" sz="quarter"/>
          </p:nvPr>
        </p:nvSpPr>
        <p:spPr/>
        <p:txBody>
          <a:bodyPr/>
          <a:lstStyle/>
          <a:p>
            <a:r>
              <a:rPr b="1" sz="1200">
                <a:solidFill>
                  <a:srgbClr val="FFFFFF"/>
                </a:solidFill>
              </a:rPr>
              <a:t>DEMO</a:t>
            </a:r>
          </a:p>
        </p:txBody>
      </p:sp>
      <p:sp>
        <p:nvSpPr>
          <p:cNvPr id="4" name="Text Placeholder 3"/>
          <p:cNvSpPr>
            <a:spLocks noGrp="1"/>
          </p:cNvSpPr>
          <p:nvPr>
            <p:ph type="body" idx="13" sz="quarter"/>
          </p:nvPr>
        </p:nvSpPr>
        <p:spPr/>
        <p:txBody>
          <a:bodyPr/>
          <a:lstStyle/>
          <a:p>
            <a:r>
              <a:t>Same app, three builds: watch what the AI does with each</a:t>
            </a:r>
          </a:p>
        </p:txBody>
      </p:sp>
      <p:sp>
        <p:nvSpPr>
          <p:cNvPr id="5" name="Build 1"/>
          <p:cNvSpPr/>
          <p:nvPr/>
        </p:nvSpPr>
        <p:spPr>
          <a:xfrm>
            <a:off x="512064" y="1600200"/>
            <a:ext cx="3611880" cy="2926080"/>
          </a:xfrm>
          <a:prstGeom prst="roundRect">
            <a:avLst>
              <a:gd name="adj" fmla="val 312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circle FaMobileAlt"/>
          <p:cNvSpPr/>
          <p:nvPr/>
        </p:nvSpPr>
        <p:spPr>
          <a:xfrm>
            <a:off x="740664" y="1783080"/>
            <a:ext cx="685800" cy="6858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MobileAlt_012E2B.png"/>
          <p:cNvPicPr>
            <a:picLocks noChangeAspect="1"/>
          </p:cNvPicPr>
          <p:nvPr/>
        </p:nvPicPr>
        <p:blipFill>
          <a:blip r:embed="rId3"/>
          <a:stretch>
            <a:fillRect/>
          </a:stretch>
        </p:blipFill>
        <p:spPr>
          <a:xfrm>
            <a:off x="905256" y="1947672"/>
            <a:ext cx="356616" cy="356616"/>
          </a:xfrm>
          <a:prstGeom prst="rect">
            <a:avLst/>
          </a:prstGeom>
        </p:spPr>
      </p:pic>
      <p:sp>
        <p:nvSpPr>
          <p:cNvPr id="8" name="Pill Exists"/>
          <p:cNvSpPr/>
          <p:nvPr/>
        </p:nvSpPr>
        <p:spPr>
          <a:xfrm>
            <a:off x="2798063" y="1965960"/>
            <a:ext cx="1097280" cy="274320"/>
          </a:xfrm>
          <a:prstGeom prst="roundRect">
            <a:avLst>
              <a:gd name="adj" fmla="val 5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798063" y="1965960"/>
            <a:ext cx="1097280" cy="274320"/>
          </a:xfrm>
          <a:prstGeom prst="rect">
            <a:avLst/>
          </a:prstGeom>
          <a:noFill/>
        </p:spPr>
        <p:txBody>
          <a:bodyPr wrap="square" lIns="0" rIns="0" tIns="0" bIns="0" anchor="ctr">
            <a:spAutoFit/>
          </a:bodyPr>
          <a:lstStyle/>
          <a:p>
            <a:pPr algn="ctr">
              <a:spcAft>
                <a:spcPts val="0"/>
              </a:spcAft>
            </a:pPr>
            <a:r>
              <a:rPr sz="1100" b="1" i="0">
                <a:solidFill>
                  <a:srgbClr val="012E2B"/>
                </a:solidFill>
              </a:rPr>
              <a:t>Exists</a:t>
            </a:r>
          </a:p>
        </p:txBody>
      </p:sp>
      <p:sp>
        <p:nvSpPr>
          <p:cNvPr id="10" name="TextBox 9"/>
          <p:cNvSpPr txBox="1"/>
          <p:nvPr/>
        </p:nvSpPr>
        <p:spPr>
          <a:xfrm>
            <a:off x="740664" y="2606040"/>
            <a:ext cx="3154680" cy="365760"/>
          </a:xfrm>
          <a:prstGeom prst="rect">
            <a:avLst/>
          </a:prstGeom>
          <a:noFill/>
        </p:spPr>
        <p:txBody>
          <a:bodyPr wrap="square" lIns="0" rIns="0" tIns="0" bIns="0" anchor="t">
            <a:spAutoFit/>
          </a:bodyPr>
          <a:lstStyle/>
          <a:p>
            <a:pPr algn="l">
              <a:spcAft>
                <a:spcPts val="0"/>
              </a:spcAft>
            </a:pPr>
            <a:r>
              <a:rPr sz="2000" b="1" i="0">
                <a:solidFill>
                  <a:srgbClr val="012E2B"/>
                </a:solidFill>
              </a:rPr>
              <a:t>Original</a:t>
            </a:r>
          </a:p>
        </p:txBody>
      </p:sp>
      <p:sp>
        <p:nvSpPr>
          <p:cNvPr id="11" name="TextBox 10"/>
          <p:cNvSpPr txBox="1"/>
          <p:nvPr/>
        </p:nvSpPr>
        <p:spPr>
          <a:xfrm>
            <a:off x="740664" y="3017520"/>
            <a:ext cx="3154680" cy="274320"/>
          </a:xfrm>
          <a:prstGeom prst="rect">
            <a:avLst/>
          </a:prstGeom>
          <a:noFill/>
        </p:spPr>
        <p:txBody>
          <a:bodyPr wrap="square" lIns="0" rIns="0" tIns="0" bIns="0" anchor="t">
            <a:spAutoFit/>
          </a:bodyPr>
          <a:lstStyle/>
          <a:p>
            <a:pPr algn="l">
              <a:spcAft>
                <a:spcPts val="0"/>
              </a:spcAft>
            </a:pPr>
            <a:r>
              <a:rPr sz="1400" b="0" i="0">
                <a:solidFill>
                  <a:srgbClr val="585858"/>
                </a:solidFill>
              </a:rPr>
              <a:t>build-1 · nothing changed</a:t>
            </a:r>
          </a:p>
        </p:txBody>
      </p:sp>
      <p:sp>
        <p:nvSpPr>
          <p:cNvPr id="12" name="TextBox 11"/>
          <p:cNvSpPr txBox="1"/>
          <p:nvPr/>
        </p:nvSpPr>
        <p:spPr>
          <a:xfrm>
            <a:off x="740664" y="3474720"/>
            <a:ext cx="3154680" cy="228600"/>
          </a:xfrm>
          <a:prstGeom prst="rect">
            <a:avLst/>
          </a:prstGeom>
          <a:noFill/>
        </p:spPr>
        <p:txBody>
          <a:bodyPr wrap="square" lIns="0" rIns="0" tIns="0" bIns="0" anchor="t">
            <a:spAutoFit/>
          </a:bodyPr>
          <a:lstStyle/>
          <a:p>
            <a:pPr algn="l">
              <a:spcAft>
                <a:spcPts val="0"/>
              </a:spcAft>
            </a:pPr>
            <a:r>
              <a:rPr sz="1100" b="1" i="0">
                <a:solidFill>
                  <a:srgbClr val="585858"/>
                </a:solidFill>
              </a:rPr>
              <a:t>EXPECTED RESULT</a:t>
            </a:r>
          </a:p>
        </p:txBody>
      </p:sp>
      <p:pic>
        <p:nvPicPr>
          <p:cNvPr id="13" name="Picture 12" descr="FaCheckCircle_012E2B.png"/>
          <p:cNvPicPr>
            <a:picLocks noChangeAspect="1"/>
          </p:cNvPicPr>
          <p:nvPr/>
        </p:nvPicPr>
        <p:blipFill>
          <a:blip r:embed="rId4"/>
          <a:stretch>
            <a:fillRect/>
          </a:stretch>
        </p:blipFill>
        <p:spPr>
          <a:xfrm>
            <a:off x="740664" y="3794760"/>
            <a:ext cx="292608" cy="292608"/>
          </a:xfrm>
          <a:prstGeom prst="rect">
            <a:avLst/>
          </a:prstGeom>
        </p:spPr>
      </p:pic>
      <p:sp>
        <p:nvSpPr>
          <p:cNvPr id="14" name="TextBox 13"/>
          <p:cNvSpPr txBox="1"/>
          <p:nvPr/>
        </p:nvSpPr>
        <p:spPr>
          <a:xfrm>
            <a:off x="1152144" y="3749039"/>
            <a:ext cx="2743200" cy="685800"/>
          </a:xfrm>
          <a:prstGeom prst="rect">
            <a:avLst/>
          </a:prstGeom>
          <a:noFill/>
        </p:spPr>
        <p:txBody>
          <a:bodyPr wrap="square" lIns="0" rIns="0" tIns="0" bIns="0" anchor="t">
            <a:spAutoFit/>
          </a:bodyPr>
          <a:lstStyle/>
          <a:p>
            <a:pPr algn="l">
              <a:spcAft>
                <a:spcPts val="0"/>
              </a:spcAft>
            </a:pPr>
            <a:r>
              <a:rPr sz="1400" b="1" i="0">
                <a:solidFill>
                  <a:srgbClr val="332C2C"/>
                </a:solidFill>
              </a:rPr>
              <a:t>Tests pass</a:t>
            </a:r>
          </a:p>
        </p:txBody>
      </p:sp>
      <p:sp>
        <p:nvSpPr>
          <p:cNvPr id="15" name="Build 2"/>
          <p:cNvSpPr/>
          <p:nvPr/>
        </p:nvSpPr>
        <p:spPr>
          <a:xfrm>
            <a:off x="4288536" y="1600200"/>
            <a:ext cx="3611880" cy="2926080"/>
          </a:xfrm>
          <a:prstGeom prst="roundRect">
            <a:avLst>
              <a:gd name="adj" fmla="val 312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 circle FaMobileAlt"/>
          <p:cNvSpPr/>
          <p:nvPr/>
        </p:nvSpPr>
        <p:spPr>
          <a:xfrm>
            <a:off x="4517136" y="1783080"/>
            <a:ext cx="685800" cy="68580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obileAlt_FFFFFF.png"/>
          <p:cNvPicPr>
            <a:picLocks noChangeAspect="1"/>
          </p:cNvPicPr>
          <p:nvPr/>
        </p:nvPicPr>
        <p:blipFill>
          <a:blip r:embed="rId5"/>
          <a:stretch>
            <a:fillRect/>
          </a:stretch>
        </p:blipFill>
        <p:spPr>
          <a:xfrm>
            <a:off x="4681727" y="1947672"/>
            <a:ext cx="356616" cy="356616"/>
          </a:xfrm>
          <a:prstGeom prst="rect">
            <a:avLst/>
          </a:prstGeom>
        </p:spPr>
      </p:pic>
      <p:sp>
        <p:nvSpPr>
          <p:cNvPr id="18" name="Pill To build"/>
          <p:cNvSpPr/>
          <p:nvPr/>
        </p:nvSpPr>
        <p:spPr>
          <a:xfrm>
            <a:off x="6574536" y="1965960"/>
            <a:ext cx="1097280" cy="274320"/>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74536" y="1965960"/>
            <a:ext cx="1097280" cy="274320"/>
          </a:xfrm>
          <a:prstGeom prst="rect">
            <a:avLst/>
          </a:prstGeom>
          <a:noFill/>
        </p:spPr>
        <p:txBody>
          <a:bodyPr wrap="square" lIns="0" rIns="0" tIns="0" bIns="0" anchor="ctr">
            <a:spAutoFit/>
          </a:bodyPr>
          <a:lstStyle/>
          <a:p>
            <a:pPr algn="ctr">
              <a:spcAft>
                <a:spcPts val="0"/>
              </a:spcAft>
            </a:pPr>
            <a:r>
              <a:rPr sz="1100" b="1" i="0">
                <a:solidFill>
                  <a:srgbClr val="FFFFFF"/>
                </a:solidFill>
              </a:rPr>
              <a:t>To build</a:t>
            </a:r>
          </a:p>
        </p:txBody>
      </p:sp>
      <p:sp>
        <p:nvSpPr>
          <p:cNvPr id="20" name="TextBox 19"/>
          <p:cNvSpPr txBox="1"/>
          <p:nvPr/>
        </p:nvSpPr>
        <p:spPr>
          <a:xfrm>
            <a:off x="4517136" y="2606040"/>
            <a:ext cx="3154680" cy="365760"/>
          </a:xfrm>
          <a:prstGeom prst="rect">
            <a:avLst/>
          </a:prstGeom>
          <a:noFill/>
        </p:spPr>
        <p:txBody>
          <a:bodyPr wrap="square" lIns="0" rIns="0" tIns="0" bIns="0" anchor="t">
            <a:spAutoFit/>
          </a:bodyPr>
          <a:lstStyle/>
          <a:p>
            <a:pPr algn="l">
              <a:spcAft>
                <a:spcPts val="0"/>
              </a:spcAft>
            </a:pPr>
            <a:r>
              <a:rPr sz="2000" b="1" i="0">
                <a:solidFill>
                  <a:srgbClr val="012E2B"/>
                </a:solidFill>
              </a:rPr>
              <a:t>Element ID renamed</a:t>
            </a:r>
          </a:p>
        </p:txBody>
      </p:sp>
      <p:sp>
        <p:nvSpPr>
          <p:cNvPr id="21" name="TextBox 20"/>
          <p:cNvSpPr txBox="1"/>
          <p:nvPr/>
        </p:nvSpPr>
        <p:spPr>
          <a:xfrm>
            <a:off x="4517136" y="3017520"/>
            <a:ext cx="3154680" cy="274320"/>
          </a:xfrm>
          <a:prstGeom prst="rect">
            <a:avLst/>
          </a:prstGeom>
          <a:noFill/>
        </p:spPr>
        <p:txBody>
          <a:bodyPr wrap="square" lIns="0" rIns="0" tIns="0" bIns="0" anchor="t">
            <a:spAutoFit/>
          </a:bodyPr>
          <a:lstStyle/>
          <a:p>
            <a:pPr algn="l">
              <a:spcAft>
                <a:spcPts val="0"/>
              </a:spcAft>
            </a:pPr>
            <a:r>
              <a:rPr sz="1400" b="0" i="0">
                <a:solidFill>
                  <a:srgbClr val="585858"/>
                </a:solidFill>
              </a:rPr>
              <a:t>Behaviour stays the same</a:t>
            </a:r>
          </a:p>
        </p:txBody>
      </p:sp>
      <p:sp>
        <p:nvSpPr>
          <p:cNvPr id="22" name="TextBox 21"/>
          <p:cNvSpPr txBox="1"/>
          <p:nvPr/>
        </p:nvSpPr>
        <p:spPr>
          <a:xfrm>
            <a:off x="4517136" y="3474720"/>
            <a:ext cx="3154680" cy="228600"/>
          </a:xfrm>
          <a:prstGeom prst="rect">
            <a:avLst/>
          </a:prstGeom>
          <a:noFill/>
        </p:spPr>
        <p:txBody>
          <a:bodyPr wrap="square" lIns="0" rIns="0" tIns="0" bIns="0" anchor="t">
            <a:spAutoFit/>
          </a:bodyPr>
          <a:lstStyle/>
          <a:p>
            <a:pPr algn="l">
              <a:spcAft>
                <a:spcPts val="0"/>
              </a:spcAft>
            </a:pPr>
            <a:r>
              <a:rPr sz="1100" b="1" i="0">
                <a:solidFill>
                  <a:srgbClr val="585858"/>
                </a:solidFill>
              </a:rPr>
              <a:t>EXPECTED RESULT</a:t>
            </a:r>
          </a:p>
        </p:txBody>
      </p:sp>
      <p:pic>
        <p:nvPicPr>
          <p:cNvPr id="23" name="Picture 22" descr="FaWrench_012E2B.png"/>
          <p:cNvPicPr>
            <a:picLocks noChangeAspect="1"/>
          </p:cNvPicPr>
          <p:nvPr/>
        </p:nvPicPr>
        <p:blipFill>
          <a:blip r:embed="rId6"/>
          <a:stretch>
            <a:fillRect/>
          </a:stretch>
        </p:blipFill>
        <p:spPr>
          <a:xfrm>
            <a:off x="4517136" y="3794760"/>
            <a:ext cx="292608" cy="292608"/>
          </a:xfrm>
          <a:prstGeom prst="rect">
            <a:avLst/>
          </a:prstGeom>
        </p:spPr>
      </p:pic>
      <p:sp>
        <p:nvSpPr>
          <p:cNvPr id="24" name="TextBox 23"/>
          <p:cNvSpPr txBox="1"/>
          <p:nvPr/>
        </p:nvSpPr>
        <p:spPr>
          <a:xfrm>
            <a:off x="4928616" y="3749039"/>
            <a:ext cx="2743200" cy="685800"/>
          </a:xfrm>
          <a:prstGeom prst="rect">
            <a:avLst/>
          </a:prstGeom>
          <a:noFill/>
        </p:spPr>
        <p:txBody>
          <a:bodyPr wrap="square" lIns="0" rIns="0" tIns="0" bIns="0" anchor="t">
            <a:spAutoFit/>
          </a:bodyPr>
          <a:lstStyle/>
          <a:p>
            <a:pPr algn="l">
              <a:spcAft>
                <a:spcPts val="0"/>
              </a:spcAft>
            </a:pPr>
            <a:r>
              <a:rPr sz="1400" b="1" i="0">
                <a:solidFill>
                  <a:srgbClr val="332C2C"/>
                </a:solidFill>
              </a:rPr>
              <a:t>AI patches the selector with evidence, re-run passes</a:t>
            </a:r>
          </a:p>
        </p:txBody>
      </p:sp>
      <p:sp>
        <p:nvSpPr>
          <p:cNvPr id="25" name="Build 3"/>
          <p:cNvSpPr/>
          <p:nvPr/>
        </p:nvSpPr>
        <p:spPr>
          <a:xfrm>
            <a:off x="8065008" y="1600200"/>
            <a:ext cx="3611880" cy="2926080"/>
          </a:xfrm>
          <a:prstGeom prst="roundRect">
            <a:avLst>
              <a:gd name="adj" fmla="val 312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con circle FaMobileAlt"/>
          <p:cNvSpPr/>
          <p:nvPr/>
        </p:nvSpPr>
        <p:spPr>
          <a:xfrm>
            <a:off x="8293608" y="1783080"/>
            <a:ext cx="685800" cy="68580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aMobileAlt_FFFFFF.png"/>
          <p:cNvPicPr>
            <a:picLocks noChangeAspect="1"/>
          </p:cNvPicPr>
          <p:nvPr/>
        </p:nvPicPr>
        <p:blipFill>
          <a:blip r:embed="rId5"/>
          <a:stretch>
            <a:fillRect/>
          </a:stretch>
        </p:blipFill>
        <p:spPr>
          <a:xfrm>
            <a:off x="8458200" y="1947672"/>
            <a:ext cx="356616" cy="356616"/>
          </a:xfrm>
          <a:prstGeom prst="rect">
            <a:avLst/>
          </a:prstGeom>
        </p:spPr>
      </p:pic>
      <p:sp>
        <p:nvSpPr>
          <p:cNvPr id="28" name="Pill To build"/>
          <p:cNvSpPr/>
          <p:nvPr/>
        </p:nvSpPr>
        <p:spPr>
          <a:xfrm>
            <a:off x="10351008" y="1965960"/>
            <a:ext cx="1097280" cy="274320"/>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351008" y="1965960"/>
            <a:ext cx="1097280" cy="274320"/>
          </a:xfrm>
          <a:prstGeom prst="rect">
            <a:avLst/>
          </a:prstGeom>
          <a:noFill/>
        </p:spPr>
        <p:txBody>
          <a:bodyPr wrap="square" lIns="0" rIns="0" tIns="0" bIns="0" anchor="ctr">
            <a:spAutoFit/>
          </a:bodyPr>
          <a:lstStyle/>
          <a:p>
            <a:pPr algn="ctr">
              <a:spcAft>
                <a:spcPts val="0"/>
              </a:spcAft>
            </a:pPr>
            <a:r>
              <a:rPr sz="1100" b="1" i="0">
                <a:solidFill>
                  <a:srgbClr val="FFFFFF"/>
                </a:solidFill>
              </a:rPr>
              <a:t>To build</a:t>
            </a:r>
          </a:p>
        </p:txBody>
      </p:sp>
      <p:sp>
        <p:nvSpPr>
          <p:cNvPr id="30" name="TextBox 29"/>
          <p:cNvSpPr txBox="1"/>
          <p:nvPr/>
        </p:nvSpPr>
        <p:spPr>
          <a:xfrm>
            <a:off x="8293608" y="2606040"/>
            <a:ext cx="3154680" cy="365760"/>
          </a:xfrm>
          <a:prstGeom prst="rect">
            <a:avLst/>
          </a:prstGeom>
          <a:noFill/>
        </p:spPr>
        <p:txBody>
          <a:bodyPr wrap="square" lIns="0" rIns="0" tIns="0" bIns="0" anchor="t">
            <a:spAutoFit/>
          </a:bodyPr>
          <a:lstStyle/>
          <a:p>
            <a:pPr algn="l">
              <a:spcAft>
                <a:spcPts val="0"/>
              </a:spcAft>
            </a:pPr>
            <a:r>
              <a:rPr sz="2000" b="1" i="0">
                <a:solidFill>
                  <a:srgbClr val="012E2B"/>
                </a:solidFill>
              </a:rPr>
              <a:t>Real logic defect</a:t>
            </a:r>
          </a:p>
        </p:txBody>
      </p:sp>
      <p:sp>
        <p:nvSpPr>
          <p:cNvPr id="31" name="TextBox 30"/>
          <p:cNvSpPr txBox="1"/>
          <p:nvPr/>
        </p:nvSpPr>
        <p:spPr>
          <a:xfrm>
            <a:off x="8293608" y="3017520"/>
            <a:ext cx="3154680" cy="274320"/>
          </a:xfrm>
          <a:prstGeom prst="rect">
            <a:avLst/>
          </a:prstGeom>
          <a:noFill/>
        </p:spPr>
        <p:txBody>
          <a:bodyPr wrap="square" lIns="0" rIns="0" tIns="0" bIns="0" anchor="t">
            <a:spAutoFit/>
          </a:bodyPr>
          <a:lstStyle/>
          <a:p>
            <a:pPr algn="l">
              <a:spcAft>
                <a:spcPts val="0"/>
              </a:spcAft>
            </a:pPr>
            <a:r>
              <a:rPr sz="1400" b="0" i="0">
                <a:solidFill>
                  <a:srgbClr val="585858"/>
                </a:solidFill>
              </a:rPr>
              <a:t>The app misbehaves</a:t>
            </a:r>
          </a:p>
        </p:txBody>
      </p:sp>
      <p:sp>
        <p:nvSpPr>
          <p:cNvPr id="32" name="TextBox 31"/>
          <p:cNvSpPr txBox="1"/>
          <p:nvPr/>
        </p:nvSpPr>
        <p:spPr>
          <a:xfrm>
            <a:off x="8293608" y="3474720"/>
            <a:ext cx="3154680" cy="228600"/>
          </a:xfrm>
          <a:prstGeom prst="rect">
            <a:avLst/>
          </a:prstGeom>
          <a:noFill/>
        </p:spPr>
        <p:txBody>
          <a:bodyPr wrap="square" lIns="0" rIns="0" tIns="0" bIns="0" anchor="t">
            <a:spAutoFit/>
          </a:bodyPr>
          <a:lstStyle/>
          <a:p>
            <a:pPr algn="l">
              <a:spcAft>
                <a:spcPts val="0"/>
              </a:spcAft>
            </a:pPr>
            <a:r>
              <a:rPr sz="1100" b="1" i="0">
                <a:solidFill>
                  <a:srgbClr val="585858"/>
                </a:solidFill>
              </a:rPr>
              <a:t>EXPECTED RESULT</a:t>
            </a:r>
          </a:p>
        </p:txBody>
      </p:sp>
      <p:pic>
        <p:nvPicPr>
          <p:cNvPr id="33" name="Picture 32" descr="FaBan_012E2B.png"/>
          <p:cNvPicPr>
            <a:picLocks noChangeAspect="1"/>
          </p:cNvPicPr>
          <p:nvPr/>
        </p:nvPicPr>
        <p:blipFill>
          <a:blip r:embed="rId7"/>
          <a:stretch>
            <a:fillRect/>
          </a:stretch>
        </p:blipFill>
        <p:spPr>
          <a:xfrm>
            <a:off x="8293608" y="3794760"/>
            <a:ext cx="292608" cy="292608"/>
          </a:xfrm>
          <a:prstGeom prst="rect">
            <a:avLst/>
          </a:prstGeom>
        </p:spPr>
      </p:pic>
      <p:sp>
        <p:nvSpPr>
          <p:cNvPr id="34" name="TextBox 33"/>
          <p:cNvSpPr txBox="1"/>
          <p:nvPr/>
        </p:nvSpPr>
        <p:spPr>
          <a:xfrm>
            <a:off x="8705088" y="3749039"/>
            <a:ext cx="2743200" cy="685800"/>
          </a:xfrm>
          <a:prstGeom prst="rect">
            <a:avLst/>
          </a:prstGeom>
          <a:noFill/>
        </p:spPr>
        <p:txBody>
          <a:bodyPr wrap="square" lIns="0" rIns="0" tIns="0" bIns="0" anchor="t">
            <a:spAutoFit/>
          </a:bodyPr>
          <a:lstStyle/>
          <a:p>
            <a:pPr algn="l">
              <a:spcAft>
                <a:spcPts val="0"/>
              </a:spcAft>
            </a:pPr>
            <a:r>
              <a:rPr sz="1400" b="1" i="0">
                <a:solidFill>
                  <a:srgbClr val="332C2C"/>
                </a:solidFill>
              </a:rPr>
              <a:t>AI refuses to fix, test stays red, a human classifies it (A)</a:t>
            </a:r>
          </a:p>
        </p:txBody>
      </p:sp>
      <p:sp>
        <p:nvSpPr>
          <p:cNvPr id="35" name="Watch for"/>
          <p:cNvSpPr/>
          <p:nvPr/>
        </p:nvSpPr>
        <p:spPr>
          <a:xfrm>
            <a:off x="512064" y="4754880"/>
            <a:ext cx="10149840" cy="777240"/>
          </a:xfrm>
          <a:prstGeom prst="roundRect">
            <a:avLst>
              <a:gd name="adj" fmla="val 11764"/>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4754880"/>
            <a:ext cx="9692640" cy="777240"/>
          </a:xfrm>
          <a:prstGeom prst="rect">
            <a:avLst/>
          </a:prstGeom>
          <a:noFill/>
        </p:spPr>
        <p:txBody>
          <a:bodyPr wrap="square" lIns="0" rIns="0" tIns="0" bIns="0" anchor="ctr">
            <a:spAutoFit/>
          </a:bodyPr>
          <a:lstStyle/>
          <a:p>
            <a:pPr algn="l">
              <a:spcAft>
                <a:spcPts val="0"/>
              </a:spcAft>
            </a:pPr>
            <a:r>
              <a:rPr sz="1800" b="1" i="0">
                <a:solidFill>
                  <a:srgbClr val="02BA71"/>
                </a:solidFill>
              </a:rPr>
              <a:t>Watch for one thing: </a:t>
            </a:r>
            <a:r>
              <a:rPr sz="1800" b="0" i="0">
                <a:solidFill>
                  <a:srgbClr val="FFFFFF"/>
                </a:solidFill>
              </a:rPr>
              <a:t>not that the AI can fix a test, but that it knows when it may fix it and when it must refuse.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1</a:t>
            </a:r>
          </a:p>
        </p:txBody>
      </p:sp>
      <p:sp>
        <p:nvSpPr>
          <p:cNvPr id="3" name="Text Placeholder 2"/>
          <p:cNvSpPr>
            <a:spLocks noGrp="1"/>
          </p:cNvSpPr>
          <p:nvPr>
            <p:ph type="body" idx="11" sz="quarter"/>
          </p:nvPr>
        </p:nvSpPr>
        <p:spPr/>
        <p:txBody>
          <a:bodyPr/>
          <a:lstStyle/>
          <a:p>
            <a:r>
              <a:rPr b="1" sz="1200">
                <a:solidFill>
                  <a:srgbClr val="FFFFFF"/>
                </a:solidFill>
              </a:rPr>
              <a:t>DEMO</a:t>
            </a:r>
          </a:p>
        </p:txBody>
      </p:sp>
      <p:sp>
        <p:nvSpPr>
          <p:cNvPr id="4" name="Text Placeholder 3"/>
          <p:cNvSpPr>
            <a:spLocks noGrp="1"/>
          </p:cNvSpPr>
          <p:nvPr>
            <p:ph type="body" idx="13" sz="quarter"/>
          </p:nvPr>
        </p:nvSpPr>
        <p:spPr/>
        <p:txBody>
          <a:bodyPr/>
          <a:lstStyle/>
          <a:p>
            <a:r>
              <a:t>From Jira ticket to pull request, live (≈ 6 min · steps 2–5 · built)</a:t>
            </a:r>
          </a:p>
        </p:txBody>
      </p:sp>
      <p:cxnSp>
        <p:nvCxnSpPr>
          <p:cNvPr id="5" name="Connector 4"/>
          <p:cNvCxnSpPr/>
          <p:nvPr/>
        </p:nvCxnSpPr>
        <p:spPr>
          <a:xfrm>
            <a:off x="1563624" y="2606040"/>
            <a:ext cx="9034272" cy="0"/>
          </a:xfrm>
          <a:prstGeom prst="line">
            <a:avLst/>
          </a:prstGeom>
          <a:ln w="25400">
            <a:solidFill>
              <a:srgbClr val="C9D3CF"/>
            </a:solidFill>
          </a:ln>
        </p:spPr>
        <p:style>
          <a:lnRef idx="2">
            <a:schemeClr val="accent1"/>
          </a:lnRef>
          <a:fillRef idx="0">
            <a:schemeClr val="accent1"/>
          </a:fillRef>
          <a:effectRef idx="1">
            <a:schemeClr val="accent1"/>
          </a:effectRef>
          <a:fontRef idx="minor">
            <a:schemeClr val="tx1"/>
          </a:fontRef>
        </p:style>
      </p:cxnSp>
      <p:sp>
        <p:nvSpPr>
          <p:cNvPr id="6" name="Icon circle FaTicketAlt"/>
          <p:cNvSpPr/>
          <p:nvPr/>
        </p:nvSpPr>
        <p:spPr>
          <a:xfrm>
            <a:off x="1106424" y="2148840"/>
            <a:ext cx="914400" cy="9144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TicketAlt_012E2B.png"/>
          <p:cNvPicPr>
            <a:picLocks noChangeAspect="1"/>
          </p:cNvPicPr>
          <p:nvPr/>
        </p:nvPicPr>
        <p:blipFill>
          <a:blip r:embed="rId3"/>
          <a:stretch>
            <a:fillRect/>
          </a:stretch>
        </p:blipFill>
        <p:spPr>
          <a:xfrm>
            <a:off x="1325880" y="2368296"/>
            <a:ext cx="475488" cy="475488"/>
          </a:xfrm>
          <a:prstGeom prst="rect">
            <a:avLst/>
          </a:prstGeom>
        </p:spPr>
      </p:pic>
      <p:sp>
        <p:nvSpPr>
          <p:cNvPr id="8" name="TextBox 7"/>
          <p:cNvSpPr txBox="1"/>
          <p:nvPr/>
        </p:nvSpPr>
        <p:spPr>
          <a:xfrm>
            <a:off x="512064" y="3291840"/>
            <a:ext cx="2103120" cy="320040"/>
          </a:xfrm>
          <a:prstGeom prst="rect">
            <a:avLst/>
          </a:prstGeom>
          <a:noFill/>
        </p:spPr>
        <p:txBody>
          <a:bodyPr wrap="square" lIns="0" rIns="0" tIns="0" bIns="0" anchor="t">
            <a:spAutoFit/>
          </a:bodyPr>
          <a:lstStyle/>
          <a:p>
            <a:pPr algn="ctr">
              <a:spcAft>
                <a:spcPts val="0"/>
              </a:spcAft>
            </a:pPr>
            <a:r>
              <a:rPr sz="1700" b="1" i="0">
                <a:solidFill>
                  <a:srgbClr val="012E2B"/>
                </a:solidFill>
              </a:rPr>
              <a:t>Jira ticket</a:t>
            </a:r>
          </a:p>
        </p:txBody>
      </p:sp>
      <p:sp>
        <p:nvSpPr>
          <p:cNvPr id="9" name="TextBox 8"/>
          <p:cNvSpPr txBox="1"/>
          <p:nvPr/>
        </p:nvSpPr>
        <p:spPr>
          <a:xfrm>
            <a:off x="603504" y="3657600"/>
            <a:ext cx="1920239" cy="548640"/>
          </a:xfrm>
          <a:prstGeom prst="rect">
            <a:avLst/>
          </a:prstGeom>
          <a:noFill/>
        </p:spPr>
        <p:txBody>
          <a:bodyPr wrap="square" lIns="0" rIns="0" tIns="0" bIns="0" anchor="t">
            <a:spAutoFit/>
          </a:bodyPr>
          <a:lstStyle/>
          <a:p>
            <a:pPr algn="ctr">
              <a:spcAft>
                <a:spcPts val="0"/>
              </a:spcAft>
            </a:pPr>
            <a:r>
              <a:rPr sz="1300" b="0" i="0">
                <a:solidFill>
                  <a:srgbClr val="585858"/>
                </a:solidFill>
              </a:rPr>
              <a:t>label qa-auto added</a:t>
            </a:r>
          </a:p>
        </p:txBody>
      </p:sp>
      <p:sp>
        <p:nvSpPr>
          <p:cNvPr id="10" name="Icon circle FaClipboardList"/>
          <p:cNvSpPr/>
          <p:nvPr/>
        </p:nvSpPr>
        <p:spPr>
          <a:xfrm>
            <a:off x="3364991" y="2148840"/>
            <a:ext cx="914400" cy="91440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aClipboardList_FFFFFF.png"/>
          <p:cNvPicPr>
            <a:picLocks noChangeAspect="1"/>
          </p:cNvPicPr>
          <p:nvPr/>
        </p:nvPicPr>
        <p:blipFill>
          <a:blip r:embed="rId4"/>
          <a:stretch>
            <a:fillRect/>
          </a:stretch>
        </p:blipFill>
        <p:spPr>
          <a:xfrm>
            <a:off x="3584448" y="2368296"/>
            <a:ext cx="475488" cy="475488"/>
          </a:xfrm>
          <a:prstGeom prst="rect">
            <a:avLst/>
          </a:prstGeom>
        </p:spPr>
      </p:pic>
      <p:sp>
        <p:nvSpPr>
          <p:cNvPr id="12" name="TextBox 11"/>
          <p:cNvSpPr txBox="1"/>
          <p:nvPr/>
        </p:nvSpPr>
        <p:spPr>
          <a:xfrm>
            <a:off x="2770632" y="3291840"/>
            <a:ext cx="2103120" cy="320040"/>
          </a:xfrm>
          <a:prstGeom prst="rect">
            <a:avLst/>
          </a:prstGeom>
          <a:noFill/>
        </p:spPr>
        <p:txBody>
          <a:bodyPr wrap="square" lIns="0" rIns="0" tIns="0" bIns="0" anchor="t">
            <a:spAutoFit/>
          </a:bodyPr>
          <a:lstStyle/>
          <a:p>
            <a:pPr algn="ctr">
              <a:spcAft>
                <a:spcPts val="0"/>
              </a:spcAft>
            </a:pPr>
            <a:r>
              <a:rPr sz="1700" b="1" i="0">
                <a:solidFill>
                  <a:srgbClr val="012E2B"/>
                </a:solidFill>
              </a:rPr>
              <a:t>Spec + test cases</a:t>
            </a:r>
          </a:p>
        </p:txBody>
      </p:sp>
      <p:sp>
        <p:nvSpPr>
          <p:cNvPr id="13" name="TextBox 12"/>
          <p:cNvSpPr txBox="1"/>
          <p:nvPr/>
        </p:nvSpPr>
        <p:spPr>
          <a:xfrm>
            <a:off x="2862072" y="3657600"/>
            <a:ext cx="1920239" cy="548640"/>
          </a:xfrm>
          <a:prstGeom prst="rect">
            <a:avLst/>
          </a:prstGeom>
          <a:noFill/>
        </p:spPr>
        <p:txBody>
          <a:bodyPr wrap="square" lIns="0" rIns="0" tIns="0" bIns="0" anchor="t">
            <a:spAutoFit/>
          </a:bodyPr>
          <a:lstStyle/>
          <a:p>
            <a:pPr algn="ctr">
              <a:spcAft>
                <a:spcPts val="0"/>
              </a:spcAft>
            </a:pPr>
            <a:r>
              <a:rPr sz="1300" b="0" i="0">
                <a:solidFill>
                  <a:srgbClr val="585858"/>
                </a:solidFill>
              </a:rPr>
              <a:t>one single comment for QA</a:t>
            </a:r>
          </a:p>
        </p:txBody>
      </p:sp>
      <p:sp>
        <p:nvSpPr>
          <p:cNvPr id="14" name="Icon circle FaUserCheck"/>
          <p:cNvSpPr/>
          <p:nvPr/>
        </p:nvSpPr>
        <p:spPr>
          <a:xfrm>
            <a:off x="5623560" y="2148840"/>
            <a:ext cx="914400" cy="9144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UserCheck_012E2B.png"/>
          <p:cNvPicPr>
            <a:picLocks noChangeAspect="1"/>
          </p:cNvPicPr>
          <p:nvPr/>
        </p:nvPicPr>
        <p:blipFill>
          <a:blip r:embed="rId5"/>
          <a:stretch>
            <a:fillRect/>
          </a:stretch>
        </p:blipFill>
        <p:spPr>
          <a:xfrm>
            <a:off x="5843016" y="2368296"/>
            <a:ext cx="475488" cy="475488"/>
          </a:xfrm>
          <a:prstGeom prst="rect">
            <a:avLst/>
          </a:prstGeom>
        </p:spPr>
      </p:pic>
      <p:sp>
        <p:nvSpPr>
          <p:cNvPr id="16" name="TextBox 15"/>
          <p:cNvSpPr txBox="1"/>
          <p:nvPr/>
        </p:nvSpPr>
        <p:spPr>
          <a:xfrm>
            <a:off x="5029200" y="3291840"/>
            <a:ext cx="2103120" cy="320040"/>
          </a:xfrm>
          <a:prstGeom prst="rect">
            <a:avLst/>
          </a:prstGeom>
          <a:noFill/>
        </p:spPr>
        <p:txBody>
          <a:bodyPr wrap="square" lIns="0" rIns="0" tIns="0" bIns="0" anchor="t">
            <a:spAutoFit/>
          </a:bodyPr>
          <a:lstStyle/>
          <a:p>
            <a:pPr algn="ctr">
              <a:spcAft>
                <a:spcPts val="0"/>
              </a:spcAft>
            </a:pPr>
            <a:r>
              <a:rPr sz="1700" b="1" i="0">
                <a:solidFill>
                  <a:srgbClr val="012E2B"/>
                </a:solidFill>
              </a:rPr>
              <a:t>Human approves</a:t>
            </a:r>
          </a:p>
        </p:txBody>
      </p:sp>
      <p:sp>
        <p:nvSpPr>
          <p:cNvPr id="17" name="TextBox 16"/>
          <p:cNvSpPr txBox="1"/>
          <p:nvPr/>
        </p:nvSpPr>
        <p:spPr>
          <a:xfrm>
            <a:off x="5120640" y="3657600"/>
            <a:ext cx="1920239" cy="548640"/>
          </a:xfrm>
          <a:prstGeom prst="rect">
            <a:avLst/>
          </a:prstGeom>
          <a:noFill/>
        </p:spPr>
        <p:txBody>
          <a:bodyPr wrap="square" lIns="0" rIns="0" tIns="0" bIns="0" anchor="t">
            <a:spAutoFit/>
          </a:bodyPr>
          <a:lstStyle/>
          <a:p>
            <a:pPr algn="ctr">
              <a:spcAft>
                <a:spcPts val="0"/>
              </a:spcAft>
            </a:pPr>
            <a:r>
              <a:rPr sz="1300" b="0" i="0">
                <a:solidFill>
                  <a:srgbClr val="585858"/>
                </a:solidFill>
              </a:rPr>
              <a:t>label qa-approved added</a:t>
            </a:r>
          </a:p>
        </p:txBody>
      </p:sp>
      <p:sp>
        <p:nvSpPr>
          <p:cNvPr id="18" name="Icon circle FaMobileAlt"/>
          <p:cNvSpPr/>
          <p:nvPr/>
        </p:nvSpPr>
        <p:spPr>
          <a:xfrm>
            <a:off x="7882127" y="2148840"/>
            <a:ext cx="914400" cy="91440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aMobileAlt_FFFFFF.png"/>
          <p:cNvPicPr>
            <a:picLocks noChangeAspect="1"/>
          </p:cNvPicPr>
          <p:nvPr/>
        </p:nvPicPr>
        <p:blipFill>
          <a:blip r:embed="rId6"/>
          <a:stretch>
            <a:fillRect/>
          </a:stretch>
        </p:blipFill>
        <p:spPr>
          <a:xfrm>
            <a:off x="8101583" y="2368296"/>
            <a:ext cx="475488" cy="475488"/>
          </a:xfrm>
          <a:prstGeom prst="rect">
            <a:avLst/>
          </a:prstGeom>
        </p:spPr>
      </p:pic>
      <p:sp>
        <p:nvSpPr>
          <p:cNvPr id="20" name="TextBox 19"/>
          <p:cNvSpPr txBox="1"/>
          <p:nvPr/>
        </p:nvSpPr>
        <p:spPr>
          <a:xfrm>
            <a:off x="7287767" y="3291840"/>
            <a:ext cx="2103120" cy="320040"/>
          </a:xfrm>
          <a:prstGeom prst="rect">
            <a:avLst/>
          </a:prstGeom>
          <a:noFill/>
        </p:spPr>
        <p:txBody>
          <a:bodyPr wrap="square" lIns="0" rIns="0" tIns="0" bIns="0" anchor="t">
            <a:spAutoFit/>
          </a:bodyPr>
          <a:lstStyle/>
          <a:p>
            <a:pPr algn="ctr">
              <a:spcAft>
                <a:spcPts val="0"/>
              </a:spcAft>
            </a:pPr>
            <a:r>
              <a:rPr sz="1700" b="1" i="0">
                <a:solidFill>
                  <a:srgbClr val="012E2B"/>
                </a:solidFill>
              </a:rPr>
              <a:t>AI writes tests</a:t>
            </a:r>
          </a:p>
        </p:txBody>
      </p:sp>
      <p:sp>
        <p:nvSpPr>
          <p:cNvPr id="21" name="TextBox 20"/>
          <p:cNvSpPr txBox="1"/>
          <p:nvPr/>
        </p:nvSpPr>
        <p:spPr>
          <a:xfrm>
            <a:off x="7379207" y="3657600"/>
            <a:ext cx="1920239" cy="548640"/>
          </a:xfrm>
          <a:prstGeom prst="rect">
            <a:avLst/>
          </a:prstGeom>
          <a:noFill/>
        </p:spPr>
        <p:txBody>
          <a:bodyPr wrap="square" lIns="0" rIns="0" tIns="0" bIns="0" anchor="t">
            <a:spAutoFit/>
          </a:bodyPr>
          <a:lstStyle/>
          <a:p>
            <a:pPr algn="ctr">
              <a:spcAft>
                <a:spcPts val="0"/>
              </a:spcAft>
            </a:pPr>
            <a:r>
              <a:rPr sz="1300" b="0" i="0">
                <a:solidFill>
                  <a:srgbClr val="585858"/>
                </a:solidFill>
              </a:rPr>
              <a:t>on a real simulator, ≈ 2 min</a:t>
            </a:r>
          </a:p>
        </p:txBody>
      </p:sp>
      <p:sp>
        <p:nvSpPr>
          <p:cNvPr id="22" name="Icon circle FaCodeBranch"/>
          <p:cNvSpPr/>
          <p:nvPr/>
        </p:nvSpPr>
        <p:spPr>
          <a:xfrm>
            <a:off x="10140696" y="2148840"/>
            <a:ext cx="914400" cy="9144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aCodeBranch_012E2B.png"/>
          <p:cNvPicPr>
            <a:picLocks noChangeAspect="1"/>
          </p:cNvPicPr>
          <p:nvPr/>
        </p:nvPicPr>
        <p:blipFill>
          <a:blip r:embed="rId7"/>
          <a:stretch>
            <a:fillRect/>
          </a:stretch>
        </p:blipFill>
        <p:spPr>
          <a:xfrm>
            <a:off x="10360152" y="2368296"/>
            <a:ext cx="475488" cy="475488"/>
          </a:xfrm>
          <a:prstGeom prst="rect">
            <a:avLst/>
          </a:prstGeom>
        </p:spPr>
      </p:pic>
      <p:sp>
        <p:nvSpPr>
          <p:cNvPr id="24" name="TextBox 23"/>
          <p:cNvSpPr txBox="1"/>
          <p:nvPr/>
        </p:nvSpPr>
        <p:spPr>
          <a:xfrm>
            <a:off x="9546336" y="3291840"/>
            <a:ext cx="2103120" cy="320040"/>
          </a:xfrm>
          <a:prstGeom prst="rect">
            <a:avLst/>
          </a:prstGeom>
          <a:noFill/>
        </p:spPr>
        <p:txBody>
          <a:bodyPr wrap="square" lIns="0" rIns="0" tIns="0" bIns="0" anchor="t">
            <a:spAutoFit/>
          </a:bodyPr>
          <a:lstStyle/>
          <a:p>
            <a:pPr algn="ctr">
              <a:spcAft>
                <a:spcPts val="0"/>
              </a:spcAft>
            </a:pPr>
            <a:r>
              <a:rPr sz="1700" b="1" i="0">
                <a:solidFill>
                  <a:srgbClr val="012E2B"/>
                </a:solidFill>
              </a:rPr>
              <a:t>Pull request</a:t>
            </a:r>
          </a:p>
        </p:txBody>
      </p:sp>
      <p:sp>
        <p:nvSpPr>
          <p:cNvPr id="25" name="TextBox 24"/>
          <p:cNvSpPr txBox="1"/>
          <p:nvPr/>
        </p:nvSpPr>
        <p:spPr>
          <a:xfrm>
            <a:off x="9637776" y="3657600"/>
            <a:ext cx="1920239" cy="548640"/>
          </a:xfrm>
          <a:prstGeom prst="rect">
            <a:avLst/>
          </a:prstGeom>
          <a:noFill/>
        </p:spPr>
        <p:txBody>
          <a:bodyPr wrap="square" lIns="0" rIns="0" tIns="0" bIns="0" anchor="t">
            <a:spAutoFit/>
          </a:bodyPr>
          <a:lstStyle/>
          <a:p>
            <a:pPr algn="ctr">
              <a:spcAft>
                <a:spcPts val="0"/>
              </a:spcAft>
            </a:pPr>
            <a:r>
              <a:rPr sz="1300" b="0" i="0">
                <a:solidFill>
                  <a:srgbClr val="585858"/>
                </a:solidFill>
              </a:rPr>
              <a:t>model, sessions and cost recorded</a:t>
            </a:r>
          </a:p>
        </p:txBody>
      </p:sp>
      <p:sp>
        <p:nvSpPr>
          <p:cNvPr id="26" name="Pill ≈ 6 min · live"/>
          <p:cNvSpPr/>
          <p:nvPr/>
        </p:nvSpPr>
        <p:spPr>
          <a:xfrm>
            <a:off x="512064" y="4937760"/>
            <a:ext cx="2011680" cy="384048"/>
          </a:xfrm>
          <a:prstGeom prst="roundRect">
            <a:avLst>
              <a:gd name="adj" fmla="val 5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12064" y="4937760"/>
            <a:ext cx="2011680" cy="384048"/>
          </a:xfrm>
          <a:prstGeom prst="rect">
            <a:avLst/>
          </a:prstGeom>
          <a:noFill/>
        </p:spPr>
        <p:txBody>
          <a:bodyPr wrap="square" lIns="0" rIns="0" tIns="0" bIns="0" anchor="ctr">
            <a:spAutoFit/>
          </a:bodyPr>
          <a:lstStyle/>
          <a:p>
            <a:pPr algn="ctr">
              <a:spcAft>
                <a:spcPts val="0"/>
              </a:spcAft>
            </a:pPr>
            <a:r>
              <a:rPr sz="1300" b="1" i="0">
                <a:solidFill>
                  <a:srgbClr val="012E2B"/>
                </a:solidFill>
              </a:rPr>
              <a:t>≈ 6 min · live</a:t>
            </a:r>
          </a:p>
        </p:txBody>
      </p:sp>
      <p:sp>
        <p:nvSpPr>
          <p:cNvPr id="28" name="Pill Steps 2–5 · Built"/>
          <p:cNvSpPr/>
          <p:nvPr/>
        </p:nvSpPr>
        <p:spPr>
          <a:xfrm>
            <a:off x="2697480" y="4937760"/>
            <a:ext cx="2194560" cy="384048"/>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697480" y="4937760"/>
            <a:ext cx="2194560" cy="384048"/>
          </a:xfrm>
          <a:prstGeom prst="rect">
            <a:avLst/>
          </a:prstGeom>
          <a:noFill/>
        </p:spPr>
        <p:txBody>
          <a:bodyPr wrap="square" lIns="0" rIns="0" tIns="0" bIns="0" anchor="ctr">
            <a:spAutoFit/>
          </a:bodyPr>
          <a:lstStyle/>
          <a:p>
            <a:pPr algn="ctr">
              <a:spcAft>
                <a:spcPts val="0"/>
              </a:spcAft>
            </a:pPr>
            <a:r>
              <a:rPr sz="1300" b="1" i="0">
                <a:solidFill>
                  <a:srgbClr val="FFFFFF"/>
                </a:solidFill>
              </a:rPr>
              <a:t>Steps 2–5 ·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2</a:t>
            </a:r>
          </a:p>
        </p:txBody>
      </p:sp>
      <p:sp>
        <p:nvSpPr>
          <p:cNvPr id="3" name="Text Placeholder 2"/>
          <p:cNvSpPr>
            <a:spLocks noGrp="1"/>
          </p:cNvSpPr>
          <p:nvPr>
            <p:ph type="body" idx="11" sz="quarter"/>
          </p:nvPr>
        </p:nvSpPr>
        <p:spPr/>
        <p:txBody>
          <a:bodyPr/>
          <a:lstStyle/>
          <a:p>
            <a:r>
              <a:rPr b="1" sz="1200">
                <a:solidFill>
                  <a:srgbClr val="FFFFFF"/>
                </a:solidFill>
              </a:rPr>
              <a:t>DEMO</a:t>
            </a:r>
          </a:p>
        </p:txBody>
      </p:sp>
      <p:sp>
        <p:nvSpPr>
          <p:cNvPr id="4" name="Text Placeholder 3"/>
          <p:cNvSpPr>
            <a:spLocks noGrp="1"/>
          </p:cNvSpPr>
          <p:nvPr>
            <p:ph type="body" idx="13" sz="quarter"/>
          </p:nvPr>
        </p:nvSpPr>
        <p:spPr/>
        <p:txBody>
          <a:bodyPr/>
          <a:lstStyle/>
          <a:p>
            <a:r>
              <a:t>CI re-run: fix or refuse, then the report (≈ 5 min · pre-run results)</a:t>
            </a:r>
          </a:p>
        </p:txBody>
      </p:sp>
      <p:cxnSp>
        <p:nvCxnSpPr>
          <p:cNvPr id="5" name="Connector 4"/>
          <p:cNvCxnSpPr/>
          <p:nvPr/>
        </p:nvCxnSpPr>
        <p:spPr>
          <a:xfrm>
            <a:off x="1837943" y="2606040"/>
            <a:ext cx="8503921" cy="0"/>
          </a:xfrm>
          <a:prstGeom prst="line">
            <a:avLst/>
          </a:prstGeom>
          <a:ln w="25400">
            <a:solidFill>
              <a:srgbClr val="C9D3CF"/>
            </a:solidFill>
          </a:ln>
        </p:spPr>
        <p:style>
          <a:lnRef idx="2">
            <a:schemeClr val="accent1"/>
          </a:lnRef>
          <a:fillRef idx="0">
            <a:schemeClr val="accent1"/>
          </a:fillRef>
          <a:effectRef idx="1">
            <a:schemeClr val="accent1"/>
          </a:effectRef>
          <a:fontRef idx="minor">
            <a:schemeClr val="tx1"/>
          </a:fontRef>
        </p:style>
      </p:cxnSp>
      <p:sp>
        <p:nvSpPr>
          <p:cNvPr id="6" name="Icon circle FaCheckCircle"/>
          <p:cNvSpPr/>
          <p:nvPr/>
        </p:nvSpPr>
        <p:spPr>
          <a:xfrm>
            <a:off x="1380743" y="2148840"/>
            <a:ext cx="914400" cy="9144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CheckCircle_012E2B.png"/>
          <p:cNvPicPr>
            <a:picLocks noChangeAspect="1"/>
          </p:cNvPicPr>
          <p:nvPr/>
        </p:nvPicPr>
        <p:blipFill>
          <a:blip r:embed="rId3"/>
          <a:stretch>
            <a:fillRect/>
          </a:stretch>
        </p:blipFill>
        <p:spPr>
          <a:xfrm>
            <a:off x="1600199" y="2368296"/>
            <a:ext cx="475488" cy="475488"/>
          </a:xfrm>
          <a:prstGeom prst="rect">
            <a:avLst/>
          </a:prstGeom>
        </p:spPr>
      </p:pic>
      <p:sp>
        <p:nvSpPr>
          <p:cNvPr id="8" name="TextBox 7"/>
          <p:cNvSpPr txBox="1"/>
          <p:nvPr/>
        </p:nvSpPr>
        <p:spPr>
          <a:xfrm>
            <a:off x="512064" y="3291840"/>
            <a:ext cx="2651760" cy="320040"/>
          </a:xfrm>
          <a:prstGeom prst="rect">
            <a:avLst/>
          </a:prstGeom>
          <a:noFill/>
        </p:spPr>
        <p:txBody>
          <a:bodyPr wrap="square" lIns="0" rIns="0" tIns="0" bIns="0" anchor="t">
            <a:spAutoFit/>
          </a:bodyPr>
          <a:lstStyle/>
          <a:p>
            <a:pPr algn="ctr">
              <a:spcAft>
                <a:spcPts val="0"/>
              </a:spcAft>
            </a:pPr>
            <a:r>
              <a:rPr sz="1700" b="1" i="0">
                <a:solidFill>
                  <a:srgbClr val="012E2B"/>
                </a:solidFill>
              </a:rPr>
              <a:t>CI re-run</a:t>
            </a:r>
          </a:p>
        </p:txBody>
      </p:sp>
      <p:sp>
        <p:nvSpPr>
          <p:cNvPr id="9" name="TextBox 8"/>
          <p:cNvSpPr txBox="1"/>
          <p:nvPr/>
        </p:nvSpPr>
        <p:spPr>
          <a:xfrm>
            <a:off x="649224" y="3657600"/>
            <a:ext cx="2377440" cy="731520"/>
          </a:xfrm>
          <a:prstGeom prst="rect">
            <a:avLst/>
          </a:prstGeom>
          <a:noFill/>
        </p:spPr>
        <p:txBody>
          <a:bodyPr wrap="square" lIns="0" rIns="0" tIns="0" bIns="0" anchor="t">
            <a:spAutoFit/>
          </a:bodyPr>
          <a:lstStyle/>
          <a:p>
            <a:pPr algn="ctr">
              <a:spcAft>
                <a:spcPts val="0"/>
              </a:spcAft>
            </a:pPr>
            <a:r>
              <a:rPr sz="1300" b="0" i="0">
                <a:solidFill>
                  <a:srgbClr val="585858"/>
                </a:solidFill>
              </a:rPr>
              <a:t>original build → green</a:t>
            </a:r>
          </a:p>
        </p:txBody>
      </p:sp>
      <p:sp>
        <p:nvSpPr>
          <p:cNvPr id="10" name="Icon circle FaWrench"/>
          <p:cNvSpPr/>
          <p:nvPr/>
        </p:nvSpPr>
        <p:spPr>
          <a:xfrm>
            <a:off x="4215384" y="2148840"/>
            <a:ext cx="914400" cy="91440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aWrench_FFFFFF.png"/>
          <p:cNvPicPr>
            <a:picLocks noChangeAspect="1"/>
          </p:cNvPicPr>
          <p:nvPr/>
        </p:nvPicPr>
        <p:blipFill>
          <a:blip r:embed="rId4"/>
          <a:stretch>
            <a:fillRect/>
          </a:stretch>
        </p:blipFill>
        <p:spPr>
          <a:xfrm>
            <a:off x="4434840" y="2368296"/>
            <a:ext cx="475488" cy="475488"/>
          </a:xfrm>
          <a:prstGeom prst="rect">
            <a:avLst/>
          </a:prstGeom>
        </p:spPr>
      </p:pic>
      <p:sp>
        <p:nvSpPr>
          <p:cNvPr id="12" name="TextBox 11"/>
          <p:cNvSpPr txBox="1"/>
          <p:nvPr/>
        </p:nvSpPr>
        <p:spPr>
          <a:xfrm>
            <a:off x="3346704" y="3291840"/>
            <a:ext cx="2651760" cy="320040"/>
          </a:xfrm>
          <a:prstGeom prst="rect">
            <a:avLst/>
          </a:prstGeom>
          <a:noFill/>
        </p:spPr>
        <p:txBody>
          <a:bodyPr wrap="square" lIns="0" rIns="0" tIns="0" bIns="0" anchor="t">
            <a:spAutoFit/>
          </a:bodyPr>
          <a:lstStyle/>
          <a:p>
            <a:pPr algn="ctr">
              <a:spcAft>
                <a:spcPts val="0"/>
              </a:spcAft>
            </a:pPr>
            <a:r>
              <a:rPr sz="1700" b="1" i="0">
                <a:solidFill>
                  <a:srgbClr val="012E2B"/>
                </a:solidFill>
              </a:rPr>
              <a:t>ID renamed → red</a:t>
            </a:r>
          </a:p>
        </p:txBody>
      </p:sp>
      <p:sp>
        <p:nvSpPr>
          <p:cNvPr id="13" name="TextBox 12"/>
          <p:cNvSpPr txBox="1"/>
          <p:nvPr/>
        </p:nvSpPr>
        <p:spPr>
          <a:xfrm>
            <a:off x="3483864" y="3657600"/>
            <a:ext cx="2377440" cy="731520"/>
          </a:xfrm>
          <a:prstGeom prst="rect">
            <a:avLst/>
          </a:prstGeom>
          <a:noFill/>
        </p:spPr>
        <p:txBody>
          <a:bodyPr wrap="square" lIns="0" rIns="0" tIns="0" bIns="0" anchor="t">
            <a:spAutoFit/>
          </a:bodyPr>
          <a:lstStyle/>
          <a:p>
            <a:pPr algn="ctr">
              <a:spcAft>
                <a:spcPts val="0"/>
              </a:spcAft>
            </a:pPr>
            <a:r>
              <a:rPr sz="1300" b="0" i="0">
                <a:solidFill>
                  <a:srgbClr val="585858"/>
                </a:solidFill>
              </a:rPr>
              <a:t>AI patches the selector with evidence → green</a:t>
            </a:r>
          </a:p>
        </p:txBody>
      </p:sp>
      <p:sp>
        <p:nvSpPr>
          <p:cNvPr id="14" name="Icon circle FaBan"/>
          <p:cNvSpPr/>
          <p:nvPr/>
        </p:nvSpPr>
        <p:spPr>
          <a:xfrm>
            <a:off x="7050023" y="2148840"/>
            <a:ext cx="914400" cy="91440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Ban_FFFFFF.png"/>
          <p:cNvPicPr>
            <a:picLocks noChangeAspect="1"/>
          </p:cNvPicPr>
          <p:nvPr/>
        </p:nvPicPr>
        <p:blipFill>
          <a:blip r:embed="rId5"/>
          <a:stretch>
            <a:fillRect/>
          </a:stretch>
        </p:blipFill>
        <p:spPr>
          <a:xfrm>
            <a:off x="7269479" y="2368296"/>
            <a:ext cx="475488" cy="475488"/>
          </a:xfrm>
          <a:prstGeom prst="rect">
            <a:avLst/>
          </a:prstGeom>
        </p:spPr>
      </p:pic>
      <p:sp>
        <p:nvSpPr>
          <p:cNvPr id="16" name="TextBox 15"/>
          <p:cNvSpPr txBox="1"/>
          <p:nvPr/>
        </p:nvSpPr>
        <p:spPr>
          <a:xfrm>
            <a:off x="6181344" y="3291840"/>
            <a:ext cx="2651760" cy="320040"/>
          </a:xfrm>
          <a:prstGeom prst="rect">
            <a:avLst/>
          </a:prstGeom>
          <a:noFill/>
        </p:spPr>
        <p:txBody>
          <a:bodyPr wrap="square" lIns="0" rIns="0" tIns="0" bIns="0" anchor="t">
            <a:spAutoFit/>
          </a:bodyPr>
          <a:lstStyle/>
          <a:p>
            <a:pPr algn="ctr">
              <a:spcAft>
                <a:spcPts val="0"/>
              </a:spcAft>
            </a:pPr>
            <a:r>
              <a:rPr sz="1700" b="1" i="0">
                <a:solidFill>
                  <a:srgbClr val="012E2B"/>
                </a:solidFill>
              </a:rPr>
              <a:t>Real defect → red</a:t>
            </a:r>
          </a:p>
        </p:txBody>
      </p:sp>
      <p:sp>
        <p:nvSpPr>
          <p:cNvPr id="17" name="TextBox 16"/>
          <p:cNvSpPr txBox="1"/>
          <p:nvPr/>
        </p:nvSpPr>
        <p:spPr>
          <a:xfrm>
            <a:off x="6318504" y="3657600"/>
            <a:ext cx="2377440" cy="731520"/>
          </a:xfrm>
          <a:prstGeom prst="rect">
            <a:avLst/>
          </a:prstGeom>
          <a:noFill/>
        </p:spPr>
        <p:txBody>
          <a:bodyPr wrap="square" lIns="0" rIns="0" tIns="0" bIns="0" anchor="t">
            <a:spAutoFit/>
          </a:bodyPr>
          <a:lstStyle/>
          <a:p>
            <a:pPr algn="ctr">
              <a:spcAft>
                <a:spcPts val="0"/>
              </a:spcAft>
            </a:pPr>
            <a:r>
              <a:rPr sz="1300" b="0" i="0">
                <a:solidFill>
                  <a:srgbClr val="585858"/>
                </a:solidFill>
              </a:rPr>
              <a:t>AI refuses; a human takes over</a:t>
            </a:r>
          </a:p>
        </p:txBody>
      </p:sp>
      <p:sp>
        <p:nvSpPr>
          <p:cNvPr id="18" name="Icon circle FaFileAlt"/>
          <p:cNvSpPr/>
          <p:nvPr/>
        </p:nvSpPr>
        <p:spPr>
          <a:xfrm>
            <a:off x="9884664" y="2148840"/>
            <a:ext cx="914400" cy="9144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aFileAlt_012E2B.png"/>
          <p:cNvPicPr>
            <a:picLocks noChangeAspect="1"/>
          </p:cNvPicPr>
          <p:nvPr/>
        </p:nvPicPr>
        <p:blipFill>
          <a:blip r:embed="rId6"/>
          <a:stretch>
            <a:fillRect/>
          </a:stretch>
        </p:blipFill>
        <p:spPr>
          <a:xfrm>
            <a:off x="10104120" y="2368296"/>
            <a:ext cx="475488" cy="475488"/>
          </a:xfrm>
          <a:prstGeom prst="rect">
            <a:avLst/>
          </a:prstGeom>
        </p:spPr>
      </p:pic>
      <p:sp>
        <p:nvSpPr>
          <p:cNvPr id="20" name="TextBox 19"/>
          <p:cNvSpPr txBox="1"/>
          <p:nvPr/>
        </p:nvSpPr>
        <p:spPr>
          <a:xfrm>
            <a:off x="9015984" y="3291840"/>
            <a:ext cx="2651760" cy="320040"/>
          </a:xfrm>
          <a:prstGeom prst="rect">
            <a:avLst/>
          </a:prstGeom>
          <a:noFill/>
        </p:spPr>
        <p:txBody>
          <a:bodyPr wrap="square" lIns="0" rIns="0" tIns="0" bIns="0" anchor="t">
            <a:spAutoFit/>
          </a:bodyPr>
          <a:lstStyle/>
          <a:p>
            <a:pPr algn="ctr">
              <a:spcAft>
                <a:spcPts val="0"/>
              </a:spcAft>
            </a:pPr>
            <a:r>
              <a:rPr sz="1700" b="1" i="0">
                <a:solidFill>
                  <a:srgbClr val="012E2B"/>
                </a:solidFill>
              </a:rPr>
              <a:t>Report</a:t>
            </a:r>
          </a:p>
        </p:txBody>
      </p:sp>
      <p:sp>
        <p:nvSpPr>
          <p:cNvPr id="21" name="TextBox 20"/>
          <p:cNvSpPr txBox="1"/>
          <p:nvPr/>
        </p:nvSpPr>
        <p:spPr>
          <a:xfrm>
            <a:off x="9153144" y="3657600"/>
            <a:ext cx="2377440" cy="731520"/>
          </a:xfrm>
          <a:prstGeom prst="rect">
            <a:avLst/>
          </a:prstGeom>
          <a:noFill/>
        </p:spPr>
        <p:txBody>
          <a:bodyPr wrap="square" lIns="0" rIns="0" tIns="0" bIns="0" anchor="t">
            <a:spAutoFit/>
          </a:bodyPr>
          <a:lstStyle/>
          <a:p>
            <a:pPr algn="ctr">
              <a:spcAft>
                <a:spcPts val="0"/>
              </a:spcAft>
            </a:pPr>
            <a:r>
              <a:rPr sz="1300" b="0" i="0">
                <a:solidFill>
                  <a:srgbClr val="585858"/>
                </a:solidFill>
              </a:rPr>
              <a:t>model, attempts, cost, approver</a:t>
            </a:r>
          </a:p>
        </p:txBody>
      </p:sp>
      <p:sp>
        <p:nvSpPr>
          <p:cNvPr id="22" name="Pill ≈ 5 min · pre-run results"/>
          <p:cNvSpPr/>
          <p:nvPr/>
        </p:nvSpPr>
        <p:spPr>
          <a:xfrm>
            <a:off x="512064" y="4937760"/>
            <a:ext cx="2926080" cy="384048"/>
          </a:xfrm>
          <a:prstGeom prst="roundRect">
            <a:avLst>
              <a:gd name="adj" fmla="val 50000"/>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12064" y="4937760"/>
            <a:ext cx="2926080" cy="384048"/>
          </a:xfrm>
          <a:prstGeom prst="rect">
            <a:avLst/>
          </a:prstGeom>
          <a:noFill/>
        </p:spPr>
        <p:txBody>
          <a:bodyPr wrap="square" lIns="0" rIns="0" tIns="0" bIns="0" anchor="ctr">
            <a:spAutoFit/>
          </a:bodyPr>
          <a:lstStyle/>
          <a:p>
            <a:pPr algn="ctr">
              <a:spcAft>
                <a:spcPts val="0"/>
              </a:spcAft>
            </a:pPr>
            <a:r>
              <a:rPr sz="1300" b="1" i="0">
                <a:solidFill>
                  <a:srgbClr val="012E2B"/>
                </a:solidFill>
              </a:rPr>
              <a:t>≈ 5 min · pre-run results</a:t>
            </a:r>
          </a:p>
        </p:txBody>
      </p:sp>
      <p:sp>
        <p:nvSpPr>
          <p:cNvPr id="24" name="Pill Step 6 built · Steps 7–8 designed"/>
          <p:cNvSpPr/>
          <p:nvPr/>
        </p:nvSpPr>
        <p:spPr>
          <a:xfrm>
            <a:off x="3611880" y="4937760"/>
            <a:ext cx="3840480" cy="384048"/>
          </a:xfrm>
          <a:prstGeom prst="roundRect">
            <a:avLst>
              <a:gd name="adj" fmla="val 5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611880" y="4937760"/>
            <a:ext cx="3840480" cy="384048"/>
          </a:xfrm>
          <a:prstGeom prst="rect">
            <a:avLst/>
          </a:prstGeom>
          <a:noFill/>
        </p:spPr>
        <p:txBody>
          <a:bodyPr wrap="square" lIns="0" rIns="0" tIns="0" bIns="0" anchor="ctr">
            <a:spAutoFit/>
          </a:bodyPr>
          <a:lstStyle/>
          <a:p>
            <a:pPr algn="ctr">
              <a:spcAft>
                <a:spcPts val="0"/>
              </a:spcAft>
            </a:pPr>
            <a:r>
              <a:rPr sz="1300" b="1" i="0">
                <a:solidFill>
                  <a:srgbClr val="FFFFFF"/>
                </a:solidFill>
              </a:rPr>
              <a:t>Step 6 built · Steps 7–8 designed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 or Refuse</a:t>
            </a:r>
          </a:p>
        </p:txBody>
      </p:sp>
      <p:sp>
        <p:nvSpPr>
          <p:cNvPr id="3" name="Text Placeholder 2"/>
          <p:cNvSpPr>
            <a:spLocks noGrp="1"/>
          </p:cNvSpPr>
          <p:nvPr>
            <p:ph type="body" idx="11" sz="quarter"/>
          </p:nvPr>
        </p:nvSpPr>
        <p:spPr/>
        <p:txBody>
          <a:bodyPr/>
          <a:lstStyle/>
          <a:p>
            <a:r>
              <a:rPr b="1" sz="1200">
                <a:solidFill>
                  <a:srgbClr val="FFFFFF"/>
                </a:solidFill>
              </a:rPr>
              <a:t>DEMO</a:t>
            </a:r>
          </a:p>
        </p:txBody>
      </p:sp>
      <p:sp>
        <p:nvSpPr>
          <p:cNvPr id="4" name="Text Placeholder 3"/>
          <p:cNvSpPr>
            <a:spLocks noGrp="1"/>
          </p:cNvSpPr>
          <p:nvPr>
            <p:ph type="body" idx="13" sz="quarter"/>
          </p:nvPr>
        </p:nvSpPr>
        <p:spPr/>
        <p:txBody>
          <a:bodyPr/>
          <a:lstStyle/>
          <a:p>
            <a:r>
              <a:t>The key point: knowing when NOT to fix</a:t>
            </a:r>
          </a:p>
        </p:txBody>
      </p:sp>
      <p:sp>
        <p:nvSpPr>
          <p:cNvPr id="5" name="AI may fix on its own"/>
          <p:cNvSpPr/>
          <p:nvPr/>
        </p:nvSpPr>
        <p:spPr>
          <a:xfrm>
            <a:off x="512064" y="1600200"/>
            <a:ext cx="5486400" cy="2743200"/>
          </a:xfrm>
          <a:prstGeom prst="roundRect">
            <a:avLst>
              <a:gd name="adj" fmla="val 333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circle FaCheckCircle"/>
          <p:cNvSpPr/>
          <p:nvPr/>
        </p:nvSpPr>
        <p:spPr>
          <a:xfrm>
            <a:off x="786384" y="1783080"/>
            <a:ext cx="685800" cy="6858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CheckCircle_012E2B.png"/>
          <p:cNvPicPr>
            <a:picLocks noChangeAspect="1"/>
          </p:cNvPicPr>
          <p:nvPr/>
        </p:nvPicPr>
        <p:blipFill>
          <a:blip r:embed="rId3"/>
          <a:stretch>
            <a:fillRect/>
          </a:stretch>
        </p:blipFill>
        <p:spPr>
          <a:xfrm>
            <a:off x="950976" y="1947672"/>
            <a:ext cx="356616" cy="356616"/>
          </a:xfrm>
          <a:prstGeom prst="rect">
            <a:avLst/>
          </a:prstGeom>
        </p:spPr>
      </p:pic>
      <p:sp>
        <p:nvSpPr>
          <p:cNvPr id="8" name="TextBox 7"/>
          <p:cNvSpPr txBox="1"/>
          <p:nvPr/>
        </p:nvSpPr>
        <p:spPr>
          <a:xfrm>
            <a:off x="1655064" y="1783080"/>
            <a:ext cx="4114800" cy="685800"/>
          </a:xfrm>
          <a:prstGeom prst="rect">
            <a:avLst/>
          </a:prstGeom>
          <a:noFill/>
        </p:spPr>
        <p:txBody>
          <a:bodyPr wrap="square" lIns="0" rIns="0" tIns="0" bIns="0" anchor="ctr">
            <a:spAutoFit/>
          </a:bodyPr>
          <a:lstStyle/>
          <a:p>
            <a:pPr algn="l">
              <a:spcAft>
                <a:spcPts val="0"/>
              </a:spcAft>
            </a:pPr>
            <a:r>
              <a:rPr sz="2200" b="1" i="0">
                <a:solidFill>
                  <a:srgbClr val="012E2B"/>
                </a:solidFill>
              </a:rPr>
              <a:t>AI may fix on its own</a:t>
            </a:r>
          </a:p>
        </p:txBody>
      </p:sp>
      <p:sp>
        <p:nvSpPr>
          <p:cNvPr id="9" name="TextBox 8"/>
          <p:cNvSpPr txBox="1"/>
          <p:nvPr/>
        </p:nvSpPr>
        <p:spPr>
          <a:xfrm>
            <a:off x="786384" y="2697480"/>
            <a:ext cx="4937760" cy="228600"/>
          </a:xfrm>
          <a:prstGeom prst="rect">
            <a:avLst/>
          </a:prstGeom>
          <a:noFill/>
        </p:spPr>
        <p:txBody>
          <a:bodyPr wrap="square" lIns="0" rIns="0" tIns="0" bIns="0" anchor="t">
            <a:spAutoFit/>
          </a:bodyPr>
          <a:lstStyle/>
          <a:p>
            <a:pPr algn="l">
              <a:spcAft>
                <a:spcPts val="0"/>
              </a:spcAft>
            </a:pPr>
            <a:r>
              <a:rPr sz="1100" b="1" i="0">
                <a:solidFill>
                  <a:srgbClr val="585858"/>
                </a:solidFill>
              </a:rPr>
              <a:t>EXAMPLE</a:t>
            </a:r>
          </a:p>
        </p:txBody>
      </p:sp>
      <p:sp>
        <p:nvSpPr>
          <p:cNvPr id="10" name="TextBox 9"/>
          <p:cNvSpPr txBox="1"/>
          <p:nvPr/>
        </p:nvSpPr>
        <p:spPr>
          <a:xfrm>
            <a:off x="786384" y="2944368"/>
            <a:ext cx="4937760" cy="548640"/>
          </a:xfrm>
          <a:prstGeom prst="rect">
            <a:avLst/>
          </a:prstGeom>
          <a:noFill/>
        </p:spPr>
        <p:txBody>
          <a:bodyPr wrap="square" lIns="0" rIns="0" tIns="0" bIns="0" anchor="t">
            <a:spAutoFit/>
          </a:bodyPr>
          <a:lstStyle/>
          <a:p>
            <a:pPr algn="l">
              <a:spcAft>
                <a:spcPts val="0"/>
              </a:spcAft>
            </a:pPr>
            <a:r>
              <a:rPr sz="1500" b="0" i="0">
                <a:solidFill>
                  <a:srgbClr val="332C2C"/>
                </a:solidFill>
              </a:rPr>
              <a:t>The UI changed but the app is still correct. Example: a button's ID was renamed.</a:t>
            </a:r>
          </a:p>
        </p:txBody>
      </p:sp>
      <p:sp>
        <p:nvSpPr>
          <p:cNvPr id="11" name="TextBox 10"/>
          <p:cNvSpPr txBox="1"/>
          <p:nvPr/>
        </p:nvSpPr>
        <p:spPr>
          <a:xfrm>
            <a:off x="786384" y="3520440"/>
            <a:ext cx="4937760" cy="228600"/>
          </a:xfrm>
          <a:prstGeom prst="rect">
            <a:avLst/>
          </a:prstGeom>
          <a:noFill/>
        </p:spPr>
        <p:txBody>
          <a:bodyPr wrap="square" lIns="0" rIns="0" tIns="0" bIns="0" anchor="t">
            <a:spAutoFit/>
          </a:bodyPr>
          <a:lstStyle/>
          <a:p>
            <a:pPr algn="l">
              <a:spcAft>
                <a:spcPts val="0"/>
              </a:spcAft>
            </a:pPr>
            <a:r>
              <a:rPr sz="1100" b="1" i="0">
                <a:solidFill>
                  <a:srgbClr val="585858"/>
                </a:solidFill>
              </a:rPr>
              <a:t>ACTION</a:t>
            </a:r>
          </a:p>
        </p:txBody>
      </p:sp>
      <p:sp>
        <p:nvSpPr>
          <p:cNvPr id="12" name="TextBox 11"/>
          <p:cNvSpPr txBox="1"/>
          <p:nvPr/>
        </p:nvSpPr>
        <p:spPr>
          <a:xfrm>
            <a:off x="786384" y="3767328"/>
            <a:ext cx="4937760" cy="548640"/>
          </a:xfrm>
          <a:prstGeom prst="rect">
            <a:avLst/>
          </a:prstGeom>
          <a:noFill/>
        </p:spPr>
        <p:txBody>
          <a:bodyPr wrap="square" lIns="0" rIns="0" tIns="0" bIns="0" anchor="t">
            <a:spAutoFit/>
          </a:bodyPr>
          <a:lstStyle/>
          <a:p>
            <a:pPr algn="l">
              <a:spcAft>
                <a:spcPts val="0"/>
              </a:spcAft>
            </a:pPr>
            <a:r>
              <a:rPr sz="1500" b="1" i="0">
                <a:solidFill>
                  <a:srgbClr val="332C2C"/>
                </a:solidFill>
              </a:rPr>
              <a:t>Update the selector with evidence from the real screen, re-run, open a PR for review.</a:t>
            </a:r>
          </a:p>
        </p:txBody>
      </p:sp>
      <p:sp>
        <p:nvSpPr>
          <p:cNvPr id="13" name="AI must refuse and hand over"/>
          <p:cNvSpPr/>
          <p:nvPr/>
        </p:nvSpPr>
        <p:spPr>
          <a:xfrm>
            <a:off x="6181344" y="1600200"/>
            <a:ext cx="5486400" cy="2743200"/>
          </a:xfrm>
          <a:prstGeom prst="roundRect">
            <a:avLst>
              <a:gd name="adj" fmla="val 333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 circle FaBan"/>
          <p:cNvSpPr/>
          <p:nvPr/>
        </p:nvSpPr>
        <p:spPr>
          <a:xfrm>
            <a:off x="6455664" y="1783080"/>
            <a:ext cx="685800" cy="685800"/>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Ban_FFFFFF.png"/>
          <p:cNvPicPr>
            <a:picLocks noChangeAspect="1"/>
          </p:cNvPicPr>
          <p:nvPr/>
        </p:nvPicPr>
        <p:blipFill>
          <a:blip r:embed="rId4"/>
          <a:stretch>
            <a:fillRect/>
          </a:stretch>
        </p:blipFill>
        <p:spPr>
          <a:xfrm>
            <a:off x="6620255" y="1947672"/>
            <a:ext cx="356616" cy="356616"/>
          </a:xfrm>
          <a:prstGeom prst="rect">
            <a:avLst/>
          </a:prstGeom>
        </p:spPr>
      </p:pic>
      <p:sp>
        <p:nvSpPr>
          <p:cNvPr id="16" name="TextBox 15"/>
          <p:cNvSpPr txBox="1"/>
          <p:nvPr/>
        </p:nvSpPr>
        <p:spPr>
          <a:xfrm>
            <a:off x="7324344" y="1783080"/>
            <a:ext cx="4114800" cy="685800"/>
          </a:xfrm>
          <a:prstGeom prst="rect">
            <a:avLst/>
          </a:prstGeom>
          <a:noFill/>
        </p:spPr>
        <p:txBody>
          <a:bodyPr wrap="square" lIns="0" rIns="0" tIns="0" bIns="0" anchor="ctr">
            <a:spAutoFit/>
          </a:bodyPr>
          <a:lstStyle/>
          <a:p>
            <a:pPr algn="l">
              <a:spcAft>
                <a:spcPts val="0"/>
              </a:spcAft>
            </a:pPr>
            <a:r>
              <a:rPr sz="2200" b="1" i="0">
                <a:solidFill>
                  <a:srgbClr val="012E2B"/>
                </a:solidFill>
              </a:rPr>
              <a:t>AI must refuse and hand over</a:t>
            </a:r>
          </a:p>
        </p:txBody>
      </p:sp>
      <p:sp>
        <p:nvSpPr>
          <p:cNvPr id="17" name="TextBox 16"/>
          <p:cNvSpPr txBox="1"/>
          <p:nvPr/>
        </p:nvSpPr>
        <p:spPr>
          <a:xfrm>
            <a:off x="6455664" y="2697480"/>
            <a:ext cx="4937760" cy="228600"/>
          </a:xfrm>
          <a:prstGeom prst="rect">
            <a:avLst/>
          </a:prstGeom>
          <a:noFill/>
        </p:spPr>
        <p:txBody>
          <a:bodyPr wrap="square" lIns="0" rIns="0" tIns="0" bIns="0" anchor="t">
            <a:spAutoFit/>
          </a:bodyPr>
          <a:lstStyle/>
          <a:p>
            <a:pPr algn="l">
              <a:spcAft>
                <a:spcPts val="0"/>
              </a:spcAft>
            </a:pPr>
            <a:r>
              <a:rPr sz="1100" b="1" i="0">
                <a:solidFill>
                  <a:srgbClr val="585858"/>
                </a:solidFill>
              </a:rPr>
              <a:t>EXAMPLE</a:t>
            </a:r>
          </a:p>
        </p:txBody>
      </p:sp>
      <p:sp>
        <p:nvSpPr>
          <p:cNvPr id="18" name="TextBox 17"/>
          <p:cNvSpPr txBox="1"/>
          <p:nvPr/>
        </p:nvSpPr>
        <p:spPr>
          <a:xfrm>
            <a:off x="6455664" y="2944368"/>
            <a:ext cx="4937760" cy="548640"/>
          </a:xfrm>
          <a:prstGeom prst="rect">
            <a:avLst/>
          </a:prstGeom>
          <a:noFill/>
        </p:spPr>
        <p:txBody>
          <a:bodyPr wrap="square" lIns="0" rIns="0" tIns="0" bIns="0" anchor="t">
            <a:spAutoFit/>
          </a:bodyPr>
          <a:lstStyle/>
          <a:p>
            <a:pPr algn="l">
              <a:spcAft>
                <a:spcPts val="0"/>
              </a:spcAft>
            </a:pPr>
            <a:r>
              <a:rPr sz="1500" b="0" i="0">
                <a:solidFill>
                  <a:srgbClr val="332C2C"/>
                </a:solidFill>
              </a:rPr>
              <a:t>The app behaves wrongly. Example: a displayed number is wrong.</a:t>
            </a:r>
          </a:p>
        </p:txBody>
      </p:sp>
      <p:sp>
        <p:nvSpPr>
          <p:cNvPr id="19" name="TextBox 18"/>
          <p:cNvSpPr txBox="1"/>
          <p:nvPr/>
        </p:nvSpPr>
        <p:spPr>
          <a:xfrm>
            <a:off x="6455664" y="3520440"/>
            <a:ext cx="4937760" cy="228600"/>
          </a:xfrm>
          <a:prstGeom prst="rect">
            <a:avLst/>
          </a:prstGeom>
          <a:noFill/>
        </p:spPr>
        <p:txBody>
          <a:bodyPr wrap="square" lIns="0" rIns="0" tIns="0" bIns="0" anchor="t">
            <a:spAutoFit/>
          </a:bodyPr>
          <a:lstStyle/>
          <a:p>
            <a:pPr algn="l">
              <a:spcAft>
                <a:spcPts val="0"/>
              </a:spcAft>
            </a:pPr>
            <a:r>
              <a:rPr sz="1100" b="1" i="0">
                <a:solidFill>
                  <a:srgbClr val="585858"/>
                </a:solidFill>
              </a:rPr>
              <a:t>ACTION</a:t>
            </a:r>
          </a:p>
        </p:txBody>
      </p:sp>
      <p:sp>
        <p:nvSpPr>
          <p:cNvPr id="20" name="TextBox 19"/>
          <p:cNvSpPr txBox="1"/>
          <p:nvPr/>
        </p:nvSpPr>
        <p:spPr>
          <a:xfrm>
            <a:off x="6455664" y="3767328"/>
            <a:ext cx="4937760" cy="548640"/>
          </a:xfrm>
          <a:prstGeom prst="rect">
            <a:avLst/>
          </a:prstGeom>
          <a:noFill/>
        </p:spPr>
        <p:txBody>
          <a:bodyPr wrap="square" lIns="0" rIns="0" tIns="0" bIns="0" anchor="t">
            <a:spAutoFit/>
          </a:bodyPr>
          <a:lstStyle/>
          <a:p>
            <a:pPr algn="l">
              <a:spcAft>
                <a:spcPts val="0"/>
              </a:spcAft>
            </a:pPr>
            <a:r>
              <a:rPr sz="1500" b="1" i="0">
                <a:solidFill>
                  <a:srgbClr val="332C2C"/>
                </a:solidFill>
              </a:rPr>
              <a:t>The test stays red; a human classifies it as A / B / C / D.</a:t>
            </a:r>
          </a:p>
        </p:txBody>
      </p:sp>
      <p:sp>
        <p:nvSpPr>
          <p:cNvPr id="21" name="Key line"/>
          <p:cNvSpPr/>
          <p:nvPr/>
        </p:nvSpPr>
        <p:spPr>
          <a:xfrm>
            <a:off x="512064" y="4526280"/>
            <a:ext cx="10149840" cy="1143000"/>
          </a:xfrm>
          <a:prstGeom prst="roundRect">
            <a:avLst>
              <a:gd name="adj" fmla="val 8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4526280"/>
            <a:ext cx="9509760" cy="1143000"/>
          </a:xfrm>
          <a:prstGeom prst="rect">
            <a:avLst/>
          </a:prstGeom>
          <a:noFill/>
        </p:spPr>
        <p:txBody>
          <a:bodyPr wrap="square" lIns="0" rIns="0" tIns="0" bIns="0" anchor="ctr">
            <a:spAutoFit/>
          </a:bodyPr>
          <a:lstStyle/>
          <a:p>
            <a:pPr algn="l">
              <a:spcAft>
                <a:spcPts val="0"/>
              </a:spcAft>
            </a:pPr>
            <a:r>
              <a:rPr sz="2200" b="1" i="0">
                <a:solidFill>
                  <a:srgbClr val="FFFFFF"/>
                </a:solidFill>
              </a:rPr>
              <a:t>Making a test green is easy; the hard part is telling “the UI moved” from “the app is wrong”.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Effectiveness</a:t>
            </a:r>
          </a:p>
        </p:txBody>
      </p:sp>
      <p:sp>
        <p:nvSpPr>
          <p:cNvPr id="3" name="Text Placeholder 2"/>
          <p:cNvSpPr>
            <a:spLocks noGrp="1"/>
          </p:cNvSpPr>
          <p:nvPr>
            <p:ph type="body" idx="11" sz="quarter"/>
          </p:nvPr>
        </p:nvSpPr>
        <p:spPr/>
        <p:txBody>
          <a:bodyPr/>
          <a:lstStyle/>
          <a:p>
            <a:r>
              <a:rPr b="1" sz="1200">
                <a:solidFill>
                  <a:srgbClr val="FFFFFF"/>
                </a:solidFill>
              </a:rPr>
              <a:t>EVALUATION</a:t>
            </a:r>
          </a:p>
        </p:txBody>
      </p:sp>
      <p:sp>
        <p:nvSpPr>
          <p:cNvPr id="4" name="Text Placeholder 3"/>
          <p:cNvSpPr>
            <a:spLocks noGrp="1"/>
          </p:cNvSpPr>
          <p:nvPr>
            <p:ph type="body" idx="13" sz="quarter"/>
          </p:nvPr>
        </p:nvSpPr>
        <p:spPr/>
        <p:txBody>
          <a:bodyPr/>
          <a:lstStyle/>
          <a:p>
            <a:r>
              <a:t>What exists, what we aim for, what the pilot will measure</a:t>
            </a:r>
          </a:p>
        </p:txBody>
      </p:sp>
      <p:graphicFrame>
        <p:nvGraphicFramePr>
          <p:cNvPr id="5" name="Evaluation table"/>
          <p:cNvGraphicFramePr>
            <a:graphicFrameLocks noGrp="1"/>
          </p:cNvGraphicFramePr>
          <p:nvPr/>
        </p:nvGraphicFramePr>
        <p:xfrm>
          <a:off x="512064" y="1600200"/>
          <a:ext cx="11155680" cy="3291840"/>
        </p:xfrm>
        <a:graphic>
          <a:graphicData uri="http://schemas.openxmlformats.org/drawingml/2006/table">
            <a:tbl>
              <a:tblPr firstRow="1" bandRow="1">
                <a:tableStyleId>{5C22544A-7EE6-4342-B048-85BDC9FD1C3A}</a:tableStyleId>
              </a:tblPr>
              <a:tblGrid>
                <a:gridCol w="3840480"/>
                <a:gridCol w="3840480"/>
                <a:gridCol w="3474720"/>
              </a:tblGrid>
              <a:tr h="411480">
                <a:tc>
                  <a:txBody>
                    <a:bodyPr wrap="square"/>
                    <a:lstStyle/>
                    <a:p>
                      <a:pPr algn="l"/>
                      <a:r>
                        <a:rPr sz="1400" b="1">
                          <a:solidFill>
                            <a:srgbClr val="FFFFFF"/>
                          </a:solidFill>
                        </a:rPr>
                        <a:t>Measure</a:t>
                      </a:r>
                    </a:p>
                  </a:txBody>
                  <a:tcPr marL="109728" marR="109728" marT="36576" marB="36576" anchor="ctr">
                    <a:solidFill>
                      <a:srgbClr val="012E2B"/>
                    </a:solidFill>
                  </a:tcPr>
                </a:tc>
                <a:tc>
                  <a:txBody>
                    <a:bodyPr wrap="square"/>
                    <a:lstStyle/>
                    <a:p>
                      <a:pPr algn="l"/>
                      <a:r>
                        <a:rPr sz="1400" b="1">
                          <a:solidFill>
                            <a:srgbClr val="FFFFFF"/>
                          </a:solidFill>
                        </a:rPr>
                        <a:t>Exists (ShopDemo)</a:t>
                      </a:r>
                    </a:p>
                  </a:txBody>
                  <a:tcPr marL="109728" marR="109728" marT="36576" marB="36576" anchor="ctr">
                    <a:solidFill>
                      <a:srgbClr val="012E2B"/>
                    </a:solidFill>
                  </a:tcPr>
                </a:tc>
                <a:tc>
                  <a:txBody>
                    <a:bodyPr wrap="square"/>
                    <a:lstStyle/>
                    <a:p>
                      <a:pPr algn="l"/>
                      <a:r>
                        <a:rPr sz="1400" b="1">
                          <a:solidFill>
                            <a:srgbClr val="FFFFFF"/>
                          </a:solidFill>
                        </a:rPr>
                        <a:t>Starting target for the pilot</a:t>
                      </a:r>
                    </a:p>
                  </a:txBody>
                  <a:tcPr marL="109728" marR="109728" marT="36576" marB="36576" anchor="ctr">
                    <a:solidFill>
                      <a:srgbClr val="012E2B"/>
                    </a:solidFill>
                  </a:tcPr>
                </a:tc>
              </a:tr>
              <a:tr h="576072">
                <a:tc>
                  <a:txBody>
                    <a:bodyPr wrap="square"/>
                    <a:lstStyle/>
                    <a:p>
                      <a:pPr algn="l"/>
                      <a:r>
                        <a:rPr sz="1400" b="1">
                          <a:solidFill>
                            <a:srgbClr val="012E2B"/>
                          </a:solidFill>
                        </a:rPr>
                        <a:t>Every rule has a test case</a:t>
                      </a:r>
                    </a:p>
                  </a:txBody>
                  <a:tcPr marL="109728" marR="109728" marT="36576" marB="36576" anchor="ctr">
                    <a:solidFill>
                      <a:srgbClr val="FFFFFF"/>
                    </a:solidFill>
                  </a:tcPr>
                </a:tc>
                <a:tc>
                  <a:txBody>
                    <a:bodyPr wrap="square"/>
                    <a:lstStyle/>
                    <a:p>
                      <a:pPr algn="l"/>
                      <a:r>
                        <a:rPr sz="1400" b="0">
                          <a:solidFill>
                            <a:srgbClr val="332C2C"/>
                          </a:solidFill>
                        </a:rPr>
                        <a:t>Code blocks if missing · 8 tickets, 32 flows</a:t>
                      </a:r>
                    </a:p>
                  </a:txBody>
                  <a:tcPr marL="109728" marR="109728" marT="36576" marB="36576" anchor="ctr">
                    <a:solidFill>
                      <a:srgbClr val="FFFFFF"/>
                    </a:solidFill>
                  </a:tcPr>
                </a:tc>
                <a:tc>
                  <a:txBody>
                    <a:bodyPr wrap="square"/>
                    <a:lstStyle/>
                    <a:p>
                      <a:pPr algn="l"/>
                      <a:r>
                        <a:rPr sz="1400" b="1">
                          <a:solidFill>
                            <a:srgbClr val="012E2B"/>
                          </a:solidFill>
                        </a:rPr>
                        <a:t>100% (enforced by code)</a:t>
                      </a:r>
                    </a:p>
                  </a:txBody>
                  <a:tcPr marL="109728" marR="109728" marT="36576" marB="36576" anchor="ctr">
                    <a:solidFill>
                      <a:srgbClr val="FFFFFF"/>
                    </a:solidFill>
                  </a:tcPr>
                </a:tc>
              </a:tr>
              <a:tr h="576072">
                <a:tc>
                  <a:txBody>
                    <a:bodyPr wrap="square"/>
                    <a:lstStyle/>
                    <a:p>
                      <a:pPr algn="l"/>
                      <a:r>
                        <a:rPr sz="1400" b="1">
                          <a:solidFill>
                            <a:srgbClr val="012E2B"/>
                          </a:solidFill>
                        </a:rPr>
                        <a:t>Tickets reaching a green PR with no human fixing a flow</a:t>
                      </a:r>
                    </a:p>
                  </a:txBody>
                  <a:tcPr marL="109728" marR="109728" marT="36576" marB="36576" anchor="ctr">
                    <a:solidFill>
                      <a:srgbClr val="F2F2F2"/>
                    </a:solidFill>
                  </a:tcPr>
                </a:tc>
                <a:tc>
                  <a:txBody>
                    <a:bodyPr wrap="square"/>
                    <a:lstStyle/>
                    <a:p>
                      <a:pPr algn="l"/>
                      <a:r>
                        <a:rPr sz="1400" b="0">
                          <a:solidFill>
                            <a:srgbClr val="332C2C"/>
                          </a:solidFill>
                        </a:rPr>
                        <a:t>3 of 5 runs</a:t>
                      </a:r>
                    </a:p>
                  </a:txBody>
                  <a:tcPr marL="109728" marR="109728" marT="36576" marB="36576" anchor="ctr">
                    <a:solidFill>
                      <a:srgbClr val="F2F2F2"/>
                    </a:solidFill>
                  </a:tcPr>
                </a:tc>
                <a:tc>
                  <a:txBody>
                    <a:bodyPr wrap="square"/>
                    <a:lstStyle/>
                    <a:p>
                      <a:pPr algn="l"/>
                      <a:r>
                        <a:rPr sz="1400" b="1">
                          <a:solidFill>
                            <a:srgbClr val="012E2B"/>
                          </a:solidFill>
                        </a:rPr>
                        <a:t>≥ 60% (reference: Meta 57%¹)</a:t>
                      </a:r>
                    </a:p>
                  </a:txBody>
                  <a:tcPr marL="109728" marR="109728" marT="36576" marB="36576" anchor="ctr">
                    <a:solidFill>
                      <a:srgbClr val="F2F2F2"/>
                    </a:solidFill>
                  </a:tcPr>
                </a:tc>
              </a:tr>
              <a:tr h="576072">
                <a:tc>
                  <a:txBody>
                    <a:bodyPr wrap="square"/>
                    <a:lstStyle/>
                    <a:p>
                      <a:pPr algn="l"/>
                      <a:r>
                        <a:rPr sz="1400" b="1">
                          <a:solidFill>
                            <a:srgbClr val="012E2B"/>
                          </a:solidFill>
                        </a:rPr>
                        <a:t>“Fake green”</a:t>
                      </a:r>
                    </a:p>
                  </a:txBody>
                  <a:tcPr marL="109728" marR="109728" marT="36576" marB="36576" anchor="ctr">
                    <a:solidFill>
                      <a:srgbClr val="FFFFFF"/>
                    </a:solidFill>
                  </a:tcPr>
                </a:tc>
                <a:tc>
                  <a:txBody>
                    <a:bodyPr wrap="square"/>
                    <a:lstStyle/>
                    <a:p>
                      <a:pPr algn="l"/>
                      <a:r>
                        <a:rPr sz="1400" b="0">
                          <a:solidFill>
                            <a:srgbClr val="332C2C"/>
                          </a:solidFill>
                        </a:rPr>
                        <a:t>1 case, fixed</a:t>
                      </a:r>
                    </a:p>
                  </a:txBody>
                  <a:tcPr marL="109728" marR="109728" marT="36576" marB="36576" anchor="ctr">
                    <a:solidFill>
                      <a:srgbClr val="FFFFFF"/>
                    </a:solidFill>
                  </a:tcPr>
                </a:tc>
                <a:tc>
                  <a:txBody>
                    <a:bodyPr wrap="square"/>
                    <a:lstStyle/>
                    <a:p>
                      <a:pPr algn="l"/>
                      <a:r>
                        <a:rPr sz="1400" b="1">
                          <a:solidFill>
                            <a:srgbClr val="012E2B"/>
                          </a:solidFill>
                        </a:rPr>
                        <a:t>0</a:t>
                      </a:r>
                    </a:p>
                  </a:txBody>
                  <a:tcPr marL="109728" marR="109728" marT="36576" marB="36576" anchor="ctr">
                    <a:solidFill>
                      <a:srgbClr val="FFFFFF"/>
                    </a:solidFill>
                  </a:tcPr>
                </a:tc>
              </a:tr>
              <a:tr h="576072">
                <a:tc>
                  <a:txBody>
                    <a:bodyPr wrap="square"/>
                    <a:lstStyle/>
                    <a:p>
                      <a:pPr algn="l"/>
                      <a:r>
                        <a:rPr sz="1400" b="1">
                          <a:solidFill>
                            <a:srgbClr val="012E2B"/>
                          </a:solidFill>
                        </a:rPr>
                        <a:t>Self-fix: right or wrong</a:t>
                      </a:r>
                    </a:p>
                  </a:txBody>
                  <a:tcPr marL="109728" marR="109728" marT="36576" marB="36576" anchor="ctr">
                    <a:solidFill>
                      <a:srgbClr val="F2F2F2"/>
                    </a:solidFill>
                  </a:tcPr>
                </a:tc>
                <a:tc>
                  <a:txBody>
                    <a:bodyPr wrap="square"/>
                    <a:lstStyle/>
                    <a:p>
                      <a:pPr algn="l"/>
                      <a:r>
                        <a:rPr sz="1400" b="0">
                          <a:solidFill>
                            <a:srgbClr val="332C2C"/>
                          </a:solidFill>
                        </a:rPr>
                        <a:t>Not measured yet (2 known-answer builds)</a:t>
                      </a:r>
                    </a:p>
                  </a:txBody>
                  <a:tcPr marL="109728" marR="109728" marT="36576" marB="36576" anchor="ctr">
                    <a:solidFill>
                      <a:srgbClr val="F2F2F2"/>
                    </a:solidFill>
                  </a:tcPr>
                </a:tc>
                <a:tc>
                  <a:txBody>
                    <a:bodyPr wrap="square"/>
                    <a:lstStyle/>
                    <a:p>
                      <a:pPr algn="l"/>
                      <a:r>
                        <a:rPr sz="1400" b="1">
                          <a:solidFill>
                            <a:srgbClr val="012E2B"/>
                          </a:solidFill>
                        </a:rPr>
                        <a:t>2 of 2 right · 0 masking a real bug</a:t>
                      </a:r>
                    </a:p>
                  </a:txBody>
                  <a:tcPr marL="109728" marR="109728" marT="36576" marB="36576" anchor="ctr">
                    <a:solidFill>
                      <a:srgbClr val="F2F2F2"/>
                    </a:solidFill>
                  </a:tcPr>
                </a:tc>
              </a:tr>
              <a:tr h="576072">
                <a:tc>
                  <a:txBody>
                    <a:bodyPr wrap="square"/>
                    <a:lstStyle/>
                    <a:p>
                      <a:pPr algn="l"/>
                      <a:r>
                        <a:rPr sz="1400" b="1">
                          <a:solidFill>
                            <a:srgbClr val="012E2B"/>
                          </a:solidFill>
                        </a:rPr>
                        <a:t>Machine time, maintenance effort</a:t>
                      </a:r>
                    </a:p>
                  </a:txBody>
                  <a:tcPr marL="109728" marR="109728" marT="36576" marB="36576" anchor="ctr">
                    <a:solidFill>
                      <a:srgbClr val="FFFFFF"/>
                    </a:solidFill>
                  </a:tcPr>
                </a:tc>
                <a:tc>
                  <a:txBody>
                    <a:bodyPr wrap="square"/>
                    <a:lstStyle/>
                    <a:p>
                      <a:pPr algn="l"/>
                      <a:r>
                        <a:rPr sz="1400" b="0">
                          <a:solidFill>
                            <a:srgbClr val="332C2C"/>
                          </a:solidFill>
                        </a:rPr>
                        <a:t>ShopDemo: 4–5 min per ticket; maintenance not measured</a:t>
                      </a:r>
                    </a:p>
                  </a:txBody>
                  <a:tcPr marL="109728" marR="109728" marT="36576" marB="36576" anchor="ctr">
                    <a:solidFill>
                      <a:srgbClr val="FFFFFF"/>
                    </a:solidFill>
                  </a:tcPr>
                </a:tc>
                <a:tc>
                  <a:txBody>
                    <a:bodyPr wrap="square"/>
                    <a:lstStyle/>
                    <a:p>
                      <a:pPr algn="l"/>
                      <a:r>
                        <a:rPr sz="1400" b="1">
                          <a:solidFill>
                            <a:srgbClr val="012E2B"/>
                          </a:solidFill>
                        </a:rPr>
                        <a:t>No number in advance: the pilot measures</a:t>
                      </a:r>
                    </a:p>
                  </a:txBody>
                  <a:tcPr marL="109728" marR="109728" marT="36576" marB="36576" anchor="ctr">
                    <a:solidFill>
                      <a:srgbClr val="FFFFFF"/>
                    </a:solidFill>
                  </a:tcPr>
                </a:tc>
              </a:tr>
            </a:tbl>
          </a:graphicData>
        </a:graphic>
      </p:graphicFrame>
      <p:sp>
        <p:nvSpPr>
          <p:cNvPr id="6" name="TextBox 5"/>
          <p:cNvSpPr txBox="1"/>
          <p:nvPr/>
        </p:nvSpPr>
        <p:spPr>
          <a:xfrm>
            <a:off x="512064" y="5029200"/>
            <a:ext cx="10058400" cy="274320"/>
          </a:xfrm>
          <a:prstGeom prst="rect">
            <a:avLst/>
          </a:prstGeom>
          <a:noFill/>
        </p:spPr>
        <p:txBody>
          <a:bodyPr wrap="square" lIns="0" rIns="0" tIns="0" bIns="0" anchor="t">
            <a:spAutoFit/>
          </a:bodyPr>
          <a:lstStyle/>
          <a:p>
            <a:pPr algn="l">
              <a:spcAft>
                <a:spcPts val="0"/>
              </a:spcAft>
            </a:pPr>
            <a:r>
              <a:rPr sz="1500" b="1" i="0">
                <a:solidFill>
                  <a:srgbClr val="012E2B"/>
                </a:solidFill>
              </a:rPr>
              <a:t>How we measure in the pilot: the same 10–15 real tickets, the same app, the same reviewers</a:t>
            </a:r>
          </a:p>
        </p:txBody>
      </p:sp>
      <p:sp>
        <p:nvSpPr>
          <p:cNvPr id="7" name="Arm A"/>
          <p:cNvSpPr/>
          <p:nvPr/>
        </p:nvSpPr>
        <p:spPr>
          <a:xfrm>
            <a:off x="512064" y="5376672"/>
            <a:ext cx="4572000" cy="457200"/>
          </a:xfrm>
          <a:prstGeom prst="roundRect">
            <a:avLst>
              <a:gd name="adj" fmla="val 2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5376672"/>
            <a:ext cx="4206240" cy="457200"/>
          </a:xfrm>
          <a:prstGeom prst="rect">
            <a:avLst/>
          </a:prstGeom>
          <a:noFill/>
        </p:spPr>
        <p:txBody>
          <a:bodyPr wrap="square" lIns="0" rIns="0" tIns="0" bIns="0" anchor="ctr">
            <a:spAutoFit/>
          </a:bodyPr>
          <a:lstStyle/>
          <a:p>
            <a:pPr algn="l">
              <a:spcAft>
                <a:spcPts val="0"/>
              </a:spcAft>
            </a:pPr>
            <a:r>
              <a:rPr sz="1400" b="1" i="0">
                <a:solidFill>
                  <a:srgbClr val="012E2B"/>
                </a:solidFill>
              </a:rPr>
              <a:t>Arm A · Current way of working</a:t>
            </a:r>
          </a:p>
        </p:txBody>
      </p:sp>
      <p:sp>
        <p:nvSpPr>
          <p:cNvPr id="9" name="Oval 8"/>
          <p:cNvSpPr/>
          <p:nvPr/>
        </p:nvSpPr>
        <p:spPr>
          <a:xfrm>
            <a:off x="5193792" y="5376672"/>
            <a:ext cx="457200" cy="45720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93792" y="5376672"/>
            <a:ext cx="457200" cy="457200"/>
          </a:xfrm>
          <a:prstGeom prst="rect">
            <a:avLst/>
          </a:prstGeom>
          <a:noFill/>
        </p:spPr>
        <p:txBody>
          <a:bodyPr wrap="square" lIns="0" rIns="0" tIns="0" bIns="0" anchor="ctr">
            <a:spAutoFit/>
          </a:bodyPr>
          <a:lstStyle/>
          <a:p>
            <a:pPr algn="ctr">
              <a:spcAft>
                <a:spcPts val="0"/>
              </a:spcAft>
            </a:pPr>
            <a:r>
              <a:rPr sz="1200" b="1" i="0">
                <a:solidFill>
                  <a:srgbClr val="012E2B"/>
                </a:solidFill>
              </a:rPr>
              <a:t>VS</a:t>
            </a:r>
          </a:p>
        </p:txBody>
      </p:sp>
      <p:sp>
        <p:nvSpPr>
          <p:cNvPr id="11" name="Arm B"/>
          <p:cNvSpPr/>
          <p:nvPr/>
        </p:nvSpPr>
        <p:spPr>
          <a:xfrm>
            <a:off x="5760720" y="5376672"/>
            <a:ext cx="4572000" cy="457200"/>
          </a:xfrm>
          <a:prstGeom prst="roundRect">
            <a:avLst>
              <a:gd name="adj" fmla="val 2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89320" y="5376672"/>
            <a:ext cx="4206240" cy="457200"/>
          </a:xfrm>
          <a:prstGeom prst="rect">
            <a:avLst/>
          </a:prstGeom>
          <a:noFill/>
        </p:spPr>
        <p:txBody>
          <a:bodyPr wrap="square" lIns="0" rIns="0" tIns="0" bIns="0" anchor="ctr">
            <a:spAutoFit/>
          </a:bodyPr>
          <a:lstStyle/>
          <a:p>
            <a:pPr algn="l">
              <a:spcAft>
                <a:spcPts val="0"/>
              </a:spcAft>
            </a:pPr>
            <a:r>
              <a:rPr sz="1400" b="1" i="0">
                <a:solidFill>
                  <a:srgbClr val="FFFFFF"/>
                </a:solidFill>
              </a:rPr>
              <a:t>Arm B · With AI</a:t>
            </a:r>
          </a:p>
        </p:txBody>
      </p:sp>
      <p:sp>
        <p:nvSpPr>
          <p:cNvPr id="13" name="TextBox 12"/>
          <p:cNvSpPr txBox="1"/>
          <p:nvPr/>
        </p:nvSpPr>
        <p:spPr>
          <a:xfrm>
            <a:off x="512064" y="5989320"/>
            <a:ext cx="9875520" cy="274320"/>
          </a:xfrm>
          <a:prstGeom prst="rect">
            <a:avLst/>
          </a:prstGeom>
          <a:noFill/>
        </p:spPr>
        <p:txBody>
          <a:bodyPr wrap="square" lIns="0" rIns="0" tIns="0" bIns="0" anchor="t">
            <a:spAutoFit/>
          </a:bodyPr>
          <a:lstStyle/>
          <a:p>
            <a:pPr algn="l">
              <a:spcAft>
                <a:spcPts val="0"/>
              </a:spcAft>
            </a:pPr>
            <a:r>
              <a:rPr sz="1100" b="0" i="0">
                <a:solidFill>
                  <a:srgbClr val="585858"/>
                </a:solidFill>
              </a:rPr>
              <a:t>¹ Meta TestGen-LLM (FSE 2024): 57% of AI-generated tests ran reliably. Those are unit tests, a different domain: a reference 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a:t>
            </a:r>
          </a:p>
        </p:txBody>
      </p:sp>
      <p:sp>
        <p:nvSpPr>
          <p:cNvPr id="3" name="Text Placeholder 2"/>
          <p:cNvSpPr>
            <a:spLocks noGrp="1"/>
          </p:cNvSpPr>
          <p:nvPr>
            <p:ph type="body" idx="11" sz="quarter"/>
          </p:nvPr>
        </p:nvSpPr>
        <p:spPr/>
        <p:txBody>
          <a:bodyPr/>
          <a:lstStyle/>
          <a:p>
            <a:r>
              <a:rPr b="1" sz="1200">
                <a:solidFill>
                  <a:srgbClr val="FFFFFF"/>
                </a:solidFill>
              </a:rPr>
              <a:t>GOVERNANCE &amp; SCALE-UP</a:t>
            </a:r>
          </a:p>
        </p:txBody>
      </p:sp>
      <p:sp>
        <p:nvSpPr>
          <p:cNvPr id="4" name="Text Placeholder 3"/>
          <p:cNvSpPr>
            <a:spLocks noGrp="1"/>
          </p:cNvSpPr>
          <p:nvPr>
            <p:ph type="body" idx="13" sz="quarter"/>
          </p:nvPr>
        </p:nvSpPr>
        <p:spPr/>
        <p:txBody>
          <a:bodyPr/>
          <a:lstStyle/>
          <a:p>
            <a:r>
              <a:t>Audit trail, data handling and current limits</a:t>
            </a:r>
          </a:p>
        </p:txBody>
      </p:sp>
      <p:sp>
        <p:nvSpPr>
          <p:cNvPr id="5" name="Audit"/>
          <p:cNvSpPr/>
          <p:nvPr/>
        </p:nvSpPr>
        <p:spPr>
          <a:xfrm>
            <a:off x="512064" y="1600200"/>
            <a:ext cx="5212080" cy="960120"/>
          </a:xfrm>
          <a:prstGeom prst="roundRect">
            <a:avLst>
              <a:gd name="adj" fmla="val 952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con circle FaHistory"/>
          <p:cNvSpPr/>
          <p:nvPr/>
        </p:nvSpPr>
        <p:spPr>
          <a:xfrm>
            <a:off x="713232" y="1783080"/>
            <a:ext cx="594360" cy="5943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aHistory_012E2B.png"/>
          <p:cNvPicPr>
            <a:picLocks noChangeAspect="1"/>
          </p:cNvPicPr>
          <p:nvPr/>
        </p:nvPicPr>
        <p:blipFill>
          <a:blip r:embed="rId3"/>
          <a:stretch>
            <a:fillRect/>
          </a:stretch>
        </p:blipFill>
        <p:spPr>
          <a:xfrm>
            <a:off x="855878" y="1925726"/>
            <a:ext cx="309067" cy="309067"/>
          </a:xfrm>
          <a:prstGeom prst="rect">
            <a:avLst/>
          </a:prstGeom>
        </p:spPr>
      </p:pic>
      <p:sp>
        <p:nvSpPr>
          <p:cNvPr id="8" name="TextBox 7"/>
          <p:cNvSpPr txBox="1"/>
          <p:nvPr/>
        </p:nvSpPr>
        <p:spPr>
          <a:xfrm>
            <a:off x="1508760" y="1691640"/>
            <a:ext cx="4069080" cy="274320"/>
          </a:xfrm>
          <a:prstGeom prst="rect">
            <a:avLst/>
          </a:prstGeom>
          <a:noFill/>
        </p:spPr>
        <p:txBody>
          <a:bodyPr wrap="square" lIns="0" rIns="0" tIns="0" bIns="0" anchor="t">
            <a:spAutoFit/>
          </a:bodyPr>
          <a:lstStyle/>
          <a:p>
            <a:pPr algn="l">
              <a:spcAft>
                <a:spcPts val="0"/>
              </a:spcAft>
            </a:pPr>
            <a:r>
              <a:rPr sz="1600" b="1" i="0">
                <a:solidFill>
                  <a:srgbClr val="012E2B"/>
                </a:solidFill>
              </a:rPr>
              <a:t>Audit</a:t>
            </a:r>
          </a:p>
        </p:txBody>
      </p:sp>
      <p:sp>
        <p:nvSpPr>
          <p:cNvPr id="9" name="TextBox 8"/>
          <p:cNvSpPr txBox="1"/>
          <p:nvPr/>
        </p:nvSpPr>
        <p:spPr>
          <a:xfrm>
            <a:off x="1508760" y="1984248"/>
            <a:ext cx="4069080" cy="548640"/>
          </a:xfrm>
          <a:prstGeom prst="rect">
            <a:avLst/>
          </a:prstGeom>
          <a:noFill/>
        </p:spPr>
        <p:txBody>
          <a:bodyPr wrap="square" lIns="0" rIns="0" tIns="0" bIns="0" anchor="t">
            <a:spAutoFit/>
          </a:bodyPr>
          <a:lstStyle/>
          <a:p>
            <a:pPr algn="l">
              <a:spcAft>
                <a:spcPts val="0"/>
              </a:spcAft>
            </a:pPr>
            <a:r>
              <a:rPr sz="1300" b="0" i="0">
                <a:solidFill>
                  <a:srgbClr val="332C2C"/>
                </a:solidFill>
              </a:rPr>
              <a:t>The PR records model, sessions and total cost; approvals are in the Jira history.</a:t>
            </a:r>
          </a:p>
        </p:txBody>
      </p:sp>
      <p:sp>
        <p:nvSpPr>
          <p:cNvPr id="10" name="Data"/>
          <p:cNvSpPr/>
          <p:nvPr/>
        </p:nvSpPr>
        <p:spPr>
          <a:xfrm>
            <a:off x="512064" y="2670048"/>
            <a:ext cx="5212080" cy="960120"/>
          </a:xfrm>
          <a:prstGeom prst="roundRect">
            <a:avLst>
              <a:gd name="adj" fmla="val 952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con circle FaLock"/>
          <p:cNvSpPr/>
          <p:nvPr/>
        </p:nvSpPr>
        <p:spPr>
          <a:xfrm>
            <a:off x="713232" y="2852928"/>
            <a:ext cx="594360" cy="5943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Lock_012E2B.png"/>
          <p:cNvPicPr>
            <a:picLocks noChangeAspect="1"/>
          </p:cNvPicPr>
          <p:nvPr/>
        </p:nvPicPr>
        <p:blipFill>
          <a:blip r:embed="rId4"/>
          <a:stretch>
            <a:fillRect/>
          </a:stretch>
        </p:blipFill>
        <p:spPr>
          <a:xfrm>
            <a:off x="855878" y="2995574"/>
            <a:ext cx="309067" cy="309067"/>
          </a:xfrm>
          <a:prstGeom prst="rect">
            <a:avLst/>
          </a:prstGeom>
        </p:spPr>
      </p:pic>
      <p:sp>
        <p:nvSpPr>
          <p:cNvPr id="13" name="TextBox 12"/>
          <p:cNvSpPr txBox="1"/>
          <p:nvPr/>
        </p:nvSpPr>
        <p:spPr>
          <a:xfrm>
            <a:off x="1508760" y="2761488"/>
            <a:ext cx="4069080" cy="274320"/>
          </a:xfrm>
          <a:prstGeom prst="rect">
            <a:avLst/>
          </a:prstGeom>
          <a:noFill/>
        </p:spPr>
        <p:txBody>
          <a:bodyPr wrap="square" lIns="0" rIns="0" tIns="0" bIns="0" anchor="t">
            <a:spAutoFit/>
          </a:bodyPr>
          <a:lstStyle/>
          <a:p>
            <a:pPr algn="l">
              <a:spcAft>
                <a:spcPts val="0"/>
              </a:spcAft>
            </a:pPr>
            <a:r>
              <a:rPr sz="1600" b="1" i="0">
                <a:solidFill>
                  <a:srgbClr val="012E2B"/>
                </a:solidFill>
              </a:rPr>
              <a:t>Data</a:t>
            </a:r>
          </a:p>
        </p:txBody>
      </p:sp>
      <p:sp>
        <p:nvSpPr>
          <p:cNvPr id="14" name="TextBox 13"/>
          <p:cNvSpPr txBox="1"/>
          <p:nvPr/>
        </p:nvSpPr>
        <p:spPr>
          <a:xfrm>
            <a:off x="1508760" y="3054096"/>
            <a:ext cx="4069080" cy="548640"/>
          </a:xfrm>
          <a:prstGeom prst="rect">
            <a:avLst/>
          </a:prstGeom>
          <a:noFill/>
        </p:spPr>
        <p:txBody>
          <a:bodyPr wrap="square" lIns="0" rIns="0" tIns="0" bIns="0" anchor="t">
            <a:spAutoFit/>
          </a:bodyPr>
          <a:lstStyle/>
          <a:p>
            <a:pPr algn="l">
              <a:spcAft>
                <a:spcPts val="0"/>
              </a:spcAft>
            </a:pPr>
            <a:r>
              <a:rPr sz="1300" b="0" i="0">
                <a:solidFill>
                  <a:srgbClr val="332C2C"/>
                </a:solidFill>
              </a:rPr>
              <a:t>No real customer or rider data; credentials only in machine config and CI secrets.</a:t>
            </a:r>
          </a:p>
        </p:txBody>
      </p:sp>
      <p:sp>
        <p:nvSpPr>
          <p:cNvPr id="15" name="Traceability"/>
          <p:cNvSpPr/>
          <p:nvPr/>
        </p:nvSpPr>
        <p:spPr>
          <a:xfrm>
            <a:off x="512064" y="3739896"/>
            <a:ext cx="5212080" cy="960120"/>
          </a:xfrm>
          <a:prstGeom prst="roundRect">
            <a:avLst>
              <a:gd name="adj" fmla="val 952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 circle FaCodeBranch"/>
          <p:cNvSpPr/>
          <p:nvPr/>
        </p:nvSpPr>
        <p:spPr>
          <a:xfrm>
            <a:off x="713232" y="3922776"/>
            <a:ext cx="594360" cy="59436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CodeBranch_012E2B.png"/>
          <p:cNvPicPr>
            <a:picLocks noChangeAspect="1"/>
          </p:cNvPicPr>
          <p:nvPr/>
        </p:nvPicPr>
        <p:blipFill>
          <a:blip r:embed="rId5"/>
          <a:stretch>
            <a:fillRect/>
          </a:stretch>
        </p:blipFill>
        <p:spPr>
          <a:xfrm>
            <a:off x="855878" y="4065422"/>
            <a:ext cx="309067" cy="309067"/>
          </a:xfrm>
          <a:prstGeom prst="rect">
            <a:avLst/>
          </a:prstGeom>
        </p:spPr>
      </p:pic>
      <p:sp>
        <p:nvSpPr>
          <p:cNvPr id="18" name="TextBox 17"/>
          <p:cNvSpPr txBox="1"/>
          <p:nvPr/>
        </p:nvSpPr>
        <p:spPr>
          <a:xfrm>
            <a:off x="1508760" y="3831335"/>
            <a:ext cx="4069080" cy="274320"/>
          </a:xfrm>
          <a:prstGeom prst="rect">
            <a:avLst/>
          </a:prstGeom>
          <a:noFill/>
        </p:spPr>
        <p:txBody>
          <a:bodyPr wrap="square" lIns="0" rIns="0" tIns="0" bIns="0" anchor="t">
            <a:spAutoFit/>
          </a:bodyPr>
          <a:lstStyle/>
          <a:p>
            <a:pPr algn="l">
              <a:spcAft>
                <a:spcPts val="0"/>
              </a:spcAft>
            </a:pPr>
            <a:r>
              <a:rPr sz="1600" b="1" i="0">
                <a:solidFill>
                  <a:srgbClr val="012E2B"/>
                </a:solidFill>
              </a:rPr>
              <a:t>Traceability</a:t>
            </a:r>
          </a:p>
        </p:txBody>
      </p:sp>
      <p:sp>
        <p:nvSpPr>
          <p:cNvPr id="19" name="TextBox 18"/>
          <p:cNvSpPr txBox="1"/>
          <p:nvPr/>
        </p:nvSpPr>
        <p:spPr>
          <a:xfrm>
            <a:off x="1508760" y="4123944"/>
            <a:ext cx="4069080" cy="548640"/>
          </a:xfrm>
          <a:prstGeom prst="rect">
            <a:avLst/>
          </a:prstGeom>
          <a:noFill/>
        </p:spPr>
        <p:txBody>
          <a:bodyPr wrap="square" lIns="0" rIns="0" tIns="0" bIns="0" anchor="t">
            <a:spAutoFit/>
          </a:bodyPr>
          <a:lstStyle/>
          <a:p>
            <a:pPr algn="l">
              <a:spcAft>
                <a:spcPts val="0"/>
              </a:spcAft>
            </a:pPr>
            <a:r>
              <a:rPr sz="1300" b="0" i="0">
                <a:solidFill>
                  <a:srgbClr val="332C2C"/>
                </a:solidFill>
              </a:rPr>
              <a:t>ticket → spec → case → flow → PR. A report per run (step 8) is designed.</a:t>
            </a:r>
          </a:p>
        </p:txBody>
      </p:sp>
      <p:sp>
        <p:nvSpPr>
          <p:cNvPr id="20" name="Not done"/>
          <p:cNvSpPr/>
          <p:nvPr/>
        </p:nvSpPr>
        <p:spPr>
          <a:xfrm>
            <a:off x="512064" y="4846320"/>
            <a:ext cx="5212080" cy="914400"/>
          </a:xfrm>
          <a:prstGeom prst="roundRect">
            <a:avLst>
              <a:gd name="adj" fmla="val 10000"/>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con circle FaGlobeEurope"/>
          <p:cNvSpPr/>
          <p:nvPr/>
        </p:nvSpPr>
        <p:spPr>
          <a:xfrm>
            <a:off x="713232" y="5029200"/>
            <a:ext cx="548640" cy="548640"/>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GlobeEurope_012E2B.png"/>
          <p:cNvPicPr>
            <a:picLocks noChangeAspect="1"/>
          </p:cNvPicPr>
          <p:nvPr/>
        </p:nvPicPr>
        <p:blipFill>
          <a:blip r:embed="rId6"/>
          <a:stretch>
            <a:fillRect/>
          </a:stretch>
        </p:blipFill>
        <p:spPr>
          <a:xfrm>
            <a:off x="844905" y="5160873"/>
            <a:ext cx="285292" cy="285292"/>
          </a:xfrm>
          <a:prstGeom prst="rect">
            <a:avLst/>
          </a:prstGeom>
        </p:spPr>
      </p:pic>
      <p:sp>
        <p:nvSpPr>
          <p:cNvPr id="23" name="TextBox 22"/>
          <p:cNvSpPr txBox="1"/>
          <p:nvPr/>
        </p:nvSpPr>
        <p:spPr>
          <a:xfrm>
            <a:off x="1463040" y="4846320"/>
            <a:ext cx="4114800" cy="914400"/>
          </a:xfrm>
          <a:prstGeom prst="rect">
            <a:avLst/>
          </a:prstGeom>
          <a:noFill/>
        </p:spPr>
        <p:txBody>
          <a:bodyPr wrap="square" lIns="0" rIns="0" tIns="0" bIns="0" anchor="ctr">
            <a:spAutoFit/>
          </a:bodyPr>
          <a:lstStyle/>
          <a:p>
            <a:pPr algn="l">
              <a:spcAft>
                <a:spcPts val="0"/>
              </a:spcAft>
            </a:pPr>
            <a:r>
              <a:rPr sz="1400" b="1" i="0">
                <a:solidFill>
                  <a:srgbClr val="02BA71"/>
                </a:solidFill>
              </a:rPr>
              <a:t>Not done yet: </a:t>
            </a:r>
            <a:r>
              <a:rPr sz="1400" b="0" i="0">
                <a:solidFill>
                  <a:srgbClr val="FFFFFF"/>
                </a:solidFill>
              </a:rPr>
              <a:t>data residency and EU AI Act review. To be confirmed before the pilot.</a:t>
            </a:r>
          </a:p>
        </p:txBody>
      </p:sp>
      <p:sp>
        <p:nvSpPr>
          <p:cNvPr id="24" name="TextBox 23"/>
          <p:cNvSpPr txBox="1"/>
          <p:nvPr/>
        </p:nvSpPr>
        <p:spPr>
          <a:xfrm>
            <a:off x="6080760" y="1554480"/>
            <a:ext cx="5577840" cy="320040"/>
          </a:xfrm>
          <a:prstGeom prst="rect">
            <a:avLst/>
          </a:prstGeom>
          <a:noFill/>
        </p:spPr>
        <p:txBody>
          <a:bodyPr wrap="square" lIns="0" rIns="0" tIns="0" bIns="0" anchor="t">
            <a:spAutoFit/>
          </a:bodyPr>
          <a:lstStyle/>
          <a:p>
            <a:pPr algn="l">
              <a:spcAft>
                <a:spcPts val="0"/>
              </a:spcAft>
            </a:pPr>
            <a:r>
              <a:rPr sz="1800" b="1" i="0">
                <a:solidFill>
                  <a:srgbClr val="012E2B"/>
                </a:solidFill>
              </a:rPr>
              <a:t>Current limits</a:t>
            </a:r>
          </a:p>
        </p:txBody>
      </p:sp>
      <p:sp>
        <p:nvSpPr>
          <p:cNvPr id="25" name="Limit 1"/>
          <p:cNvSpPr/>
          <p:nvPr/>
        </p:nvSpPr>
        <p:spPr>
          <a:xfrm>
            <a:off x="6080760" y="1965960"/>
            <a:ext cx="5577840" cy="566928"/>
          </a:xfrm>
          <a:prstGeom prst="roundRect">
            <a:avLst>
              <a:gd name="adj" fmla="val 1612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con circle FaExclamationTriangle"/>
          <p:cNvSpPr/>
          <p:nvPr/>
        </p:nvSpPr>
        <p:spPr>
          <a:xfrm>
            <a:off x="6199632" y="2075688"/>
            <a:ext cx="347472" cy="347472"/>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aExclamationTriangle_012E2B.png"/>
          <p:cNvPicPr>
            <a:picLocks noChangeAspect="1"/>
          </p:cNvPicPr>
          <p:nvPr/>
        </p:nvPicPr>
        <p:blipFill>
          <a:blip r:embed="rId7"/>
          <a:stretch>
            <a:fillRect/>
          </a:stretch>
        </p:blipFill>
        <p:spPr>
          <a:xfrm>
            <a:off x="6283025" y="2159081"/>
            <a:ext cx="180685" cy="180685"/>
          </a:xfrm>
          <a:prstGeom prst="rect">
            <a:avLst/>
          </a:prstGeom>
        </p:spPr>
      </p:pic>
      <p:sp>
        <p:nvSpPr>
          <p:cNvPr id="28" name="TextBox 27"/>
          <p:cNvSpPr txBox="1"/>
          <p:nvPr/>
        </p:nvSpPr>
        <p:spPr>
          <a:xfrm>
            <a:off x="6675120" y="1965960"/>
            <a:ext cx="4892040" cy="566928"/>
          </a:xfrm>
          <a:prstGeom prst="rect">
            <a:avLst/>
          </a:prstGeom>
          <a:noFill/>
        </p:spPr>
        <p:txBody>
          <a:bodyPr wrap="square" lIns="0" rIns="0" tIns="0" bIns="0" anchor="ctr">
            <a:spAutoFit/>
          </a:bodyPr>
          <a:lstStyle/>
          <a:p>
            <a:pPr algn="l">
              <a:spcAft>
                <a:spcPts val="0"/>
              </a:spcAft>
            </a:pPr>
            <a:r>
              <a:rPr sz="1300" b="0" i="0">
                <a:solidFill>
                  <a:srgbClr val="332C2C"/>
                </a:solidFill>
              </a:rPr>
              <a:t>One app (ShopDemo), iOS only; no Android yet</a:t>
            </a:r>
          </a:p>
        </p:txBody>
      </p:sp>
      <p:sp>
        <p:nvSpPr>
          <p:cNvPr id="29" name="Limit 2"/>
          <p:cNvSpPr/>
          <p:nvPr/>
        </p:nvSpPr>
        <p:spPr>
          <a:xfrm>
            <a:off x="6080760" y="2587752"/>
            <a:ext cx="5577840" cy="566928"/>
          </a:xfrm>
          <a:prstGeom prst="roundRect">
            <a:avLst>
              <a:gd name="adj" fmla="val 1612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con circle FaExclamationTriangle"/>
          <p:cNvSpPr/>
          <p:nvPr/>
        </p:nvSpPr>
        <p:spPr>
          <a:xfrm>
            <a:off x="6199632" y="2697480"/>
            <a:ext cx="347472" cy="347472"/>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aExclamationTriangle_012E2B.png"/>
          <p:cNvPicPr>
            <a:picLocks noChangeAspect="1"/>
          </p:cNvPicPr>
          <p:nvPr/>
        </p:nvPicPr>
        <p:blipFill>
          <a:blip r:embed="rId7"/>
          <a:stretch>
            <a:fillRect/>
          </a:stretch>
        </p:blipFill>
        <p:spPr>
          <a:xfrm>
            <a:off x="6283025" y="2780873"/>
            <a:ext cx="180685" cy="180685"/>
          </a:xfrm>
          <a:prstGeom prst="rect">
            <a:avLst/>
          </a:prstGeom>
        </p:spPr>
      </p:pic>
      <p:sp>
        <p:nvSpPr>
          <p:cNvPr id="32" name="TextBox 31"/>
          <p:cNvSpPr txBox="1"/>
          <p:nvPr/>
        </p:nvSpPr>
        <p:spPr>
          <a:xfrm>
            <a:off x="6675120" y="2587752"/>
            <a:ext cx="4892040" cy="566928"/>
          </a:xfrm>
          <a:prstGeom prst="rect">
            <a:avLst/>
          </a:prstGeom>
          <a:noFill/>
        </p:spPr>
        <p:txBody>
          <a:bodyPr wrap="square" lIns="0" rIns="0" tIns="0" bIns="0" anchor="ctr">
            <a:spAutoFit/>
          </a:bodyPr>
          <a:lstStyle/>
          <a:p>
            <a:pPr algn="l">
              <a:spcAft>
                <a:spcPts val="0"/>
              </a:spcAft>
            </a:pPr>
            <a:r>
              <a:rPr sz="1300" b="0" i="0">
                <a:solidFill>
                  <a:srgbClr val="332C2C"/>
                </a:solidFill>
              </a:rPr>
              <a:t>Steps 7 (diagnose) and 8 (report) are not built</a:t>
            </a:r>
          </a:p>
        </p:txBody>
      </p:sp>
      <p:sp>
        <p:nvSpPr>
          <p:cNvPr id="33" name="Limit 3"/>
          <p:cNvSpPr/>
          <p:nvPr/>
        </p:nvSpPr>
        <p:spPr>
          <a:xfrm>
            <a:off x="6080760" y="3209544"/>
            <a:ext cx="5577840" cy="566928"/>
          </a:xfrm>
          <a:prstGeom prst="roundRect">
            <a:avLst>
              <a:gd name="adj" fmla="val 1612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con circle FaExclamationTriangle"/>
          <p:cNvSpPr/>
          <p:nvPr/>
        </p:nvSpPr>
        <p:spPr>
          <a:xfrm>
            <a:off x="6199632" y="3319272"/>
            <a:ext cx="347472" cy="347472"/>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aExclamationTriangle_012E2B.png"/>
          <p:cNvPicPr>
            <a:picLocks noChangeAspect="1"/>
          </p:cNvPicPr>
          <p:nvPr/>
        </p:nvPicPr>
        <p:blipFill>
          <a:blip r:embed="rId7"/>
          <a:stretch>
            <a:fillRect/>
          </a:stretch>
        </p:blipFill>
        <p:spPr>
          <a:xfrm>
            <a:off x="6283025" y="3402665"/>
            <a:ext cx="180685" cy="180685"/>
          </a:xfrm>
          <a:prstGeom prst="rect">
            <a:avLst/>
          </a:prstGeom>
        </p:spPr>
      </p:pic>
      <p:sp>
        <p:nvSpPr>
          <p:cNvPr id="36" name="TextBox 35"/>
          <p:cNvSpPr txBox="1"/>
          <p:nvPr/>
        </p:nvSpPr>
        <p:spPr>
          <a:xfrm>
            <a:off x="6675120" y="3209544"/>
            <a:ext cx="4892040" cy="566928"/>
          </a:xfrm>
          <a:prstGeom prst="rect">
            <a:avLst/>
          </a:prstGeom>
          <a:noFill/>
        </p:spPr>
        <p:txBody>
          <a:bodyPr wrap="square" lIns="0" rIns="0" tIns="0" bIns="0" anchor="ctr">
            <a:spAutoFit/>
          </a:bodyPr>
          <a:lstStyle/>
          <a:p>
            <a:pPr algn="l">
              <a:spcAft>
                <a:spcPts val="0"/>
              </a:spcAft>
            </a:pPr>
            <a:r>
              <a:rPr sz="1300" b="0" i="0">
                <a:solidFill>
                  <a:srgbClr val="332C2C"/>
                </a:solidFill>
              </a:rPr>
              <a:t>Only 5 runs, 1 app, 1 operator</a:t>
            </a:r>
          </a:p>
        </p:txBody>
      </p:sp>
      <p:sp>
        <p:nvSpPr>
          <p:cNvPr id="37" name="Limit 4"/>
          <p:cNvSpPr/>
          <p:nvPr/>
        </p:nvSpPr>
        <p:spPr>
          <a:xfrm>
            <a:off x="6080760" y="3831335"/>
            <a:ext cx="5577840" cy="566928"/>
          </a:xfrm>
          <a:prstGeom prst="roundRect">
            <a:avLst>
              <a:gd name="adj" fmla="val 1612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con circle FaExclamationTriangle"/>
          <p:cNvSpPr/>
          <p:nvPr/>
        </p:nvSpPr>
        <p:spPr>
          <a:xfrm>
            <a:off x="6199632" y="3941063"/>
            <a:ext cx="347472" cy="347472"/>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FaExclamationTriangle_012E2B.png"/>
          <p:cNvPicPr>
            <a:picLocks noChangeAspect="1"/>
          </p:cNvPicPr>
          <p:nvPr/>
        </p:nvPicPr>
        <p:blipFill>
          <a:blip r:embed="rId7"/>
          <a:stretch>
            <a:fillRect/>
          </a:stretch>
        </p:blipFill>
        <p:spPr>
          <a:xfrm>
            <a:off x="6283025" y="4024457"/>
            <a:ext cx="180685" cy="180685"/>
          </a:xfrm>
          <a:prstGeom prst="rect">
            <a:avLst/>
          </a:prstGeom>
        </p:spPr>
      </p:pic>
      <p:sp>
        <p:nvSpPr>
          <p:cNvPr id="40" name="TextBox 39"/>
          <p:cNvSpPr txBox="1"/>
          <p:nvPr/>
        </p:nvSpPr>
        <p:spPr>
          <a:xfrm>
            <a:off x="6675120" y="3831335"/>
            <a:ext cx="4892040" cy="566928"/>
          </a:xfrm>
          <a:prstGeom prst="rect">
            <a:avLst/>
          </a:prstGeom>
          <a:noFill/>
        </p:spPr>
        <p:txBody>
          <a:bodyPr wrap="square" lIns="0" rIns="0" tIns="0" bIns="0" anchor="ctr">
            <a:spAutoFit/>
          </a:bodyPr>
          <a:lstStyle/>
          <a:p>
            <a:pPr algn="l">
              <a:spcAft>
                <a:spcPts val="0"/>
              </a:spcAft>
            </a:pPr>
            <a:r>
              <a:rPr sz="1300" b="0" i="0">
                <a:solidFill>
                  <a:srgbClr val="332C2C"/>
                </a:solidFill>
              </a:rPr>
              <a:t>No daily spend cap yet</a:t>
            </a:r>
          </a:p>
        </p:txBody>
      </p:sp>
      <p:sp>
        <p:nvSpPr>
          <p:cNvPr id="41" name="Limit 5"/>
          <p:cNvSpPr/>
          <p:nvPr/>
        </p:nvSpPr>
        <p:spPr>
          <a:xfrm>
            <a:off x="6080760" y="4453128"/>
            <a:ext cx="5577840" cy="566928"/>
          </a:xfrm>
          <a:prstGeom prst="roundRect">
            <a:avLst>
              <a:gd name="adj" fmla="val 1612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con circle FaExclamationTriangle"/>
          <p:cNvSpPr/>
          <p:nvPr/>
        </p:nvSpPr>
        <p:spPr>
          <a:xfrm>
            <a:off x="6199632" y="4562856"/>
            <a:ext cx="347472" cy="347472"/>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FaExclamationTriangle_012E2B.png"/>
          <p:cNvPicPr>
            <a:picLocks noChangeAspect="1"/>
          </p:cNvPicPr>
          <p:nvPr/>
        </p:nvPicPr>
        <p:blipFill>
          <a:blip r:embed="rId7"/>
          <a:stretch>
            <a:fillRect/>
          </a:stretch>
        </p:blipFill>
        <p:spPr>
          <a:xfrm>
            <a:off x="6283025" y="4646249"/>
            <a:ext cx="180685" cy="180685"/>
          </a:xfrm>
          <a:prstGeom prst="rect">
            <a:avLst/>
          </a:prstGeom>
        </p:spPr>
      </p:pic>
      <p:sp>
        <p:nvSpPr>
          <p:cNvPr id="44" name="TextBox 43"/>
          <p:cNvSpPr txBox="1"/>
          <p:nvPr/>
        </p:nvSpPr>
        <p:spPr>
          <a:xfrm>
            <a:off x="6675120" y="4453128"/>
            <a:ext cx="4892040" cy="566928"/>
          </a:xfrm>
          <a:prstGeom prst="rect">
            <a:avLst/>
          </a:prstGeom>
          <a:noFill/>
        </p:spPr>
        <p:txBody>
          <a:bodyPr wrap="square" lIns="0" rIns="0" tIns="0" bIns="0" anchor="ctr">
            <a:spAutoFit/>
          </a:bodyPr>
          <a:lstStyle/>
          <a:p>
            <a:pPr algn="l">
              <a:spcAft>
                <a:spcPts val="0"/>
              </a:spcAft>
            </a:pPr>
            <a:r>
              <a:rPr sz="1300" b="0" i="0">
                <a:solidFill>
                  <a:srgbClr val="332C2C"/>
                </a:solidFill>
              </a:rPr>
              <a:t>Assertions are checked by PR review and rule coverage; no code check that each approved result became an assertion</a:t>
            </a:r>
          </a:p>
        </p:txBody>
      </p:sp>
      <p:sp>
        <p:nvSpPr>
          <p:cNvPr id="45" name="Limit 6"/>
          <p:cNvSpPr/>
          <p:nvPr/>
        </p:nvSpPr>
        <p:spPr>
          <a:xfrm>
            <a:off x="6080760" y="5074920"/>
            <a:ext cx="5577840" cy="566928"/>
          </a:xfrm>
          <a:prstGeom prst="roundRect">
            <a:avLst>
              <a:gd name="adj" fmla="val 1612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Icon circle FaExclamationTriangle"/>
          <p:cNvSpPr/>
          <p:nvPr/>
        </p:nvSpPr>
        <p:spPr>
          <a:xfrm>
            <a:off x="6199632" y="5184648"/>
            <a:ext cx="347472" cy="347472"/>
          </a:xfrm>
          <a:prstGeom prst="ellipse">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FaExclamationTriangle_012E2B.png"/>
          <p:cNvPicPr>
            <a:picLocks noChangeAspect="1"/>
          </p:cNvPicPr>
          <p:nvPr/>
        </p:nvPicPr>
        <p:blipFill>
          <a:blip r:embed="rId7"/>
          <a:stretch>
            <a:fillRect/>
          </a:stretch>
        </p:blipFill>
        <p:spPr>
          <a:xfrm>
            <a:off x="6283025" y="5268041"/>
            <a:ext cx="180685" cy="180685"/>
          </a:xfrm>
          <a:prstGeom prst="rect">
            <a:avLst/>
          </a:prstGeom>
        </p:spPr>
      </p:pic>
      <p:sp>
        <p:nvSpPr>
          <p:cNvPr id="48" name="TextBox 47"/>
          <p:cNvSpPr txBox="1"/>
          <p:nvPr/>
        </p:nvSpPr>
        <p:spPr>
          <a:xfrm>
            <a:off x="6675120" y="5074920"/>
            <a:ext cx="4892040" cy="566928"/>
          </a:xfrm>
          <a:prstGeom prst="rect">
            <a:avLst/>
          </a:prstGeom>
          <a:noFill/>
        </p:spPr>
        <p:txBody>
          <a:bodyPr wrap="square" lIns="0" rIns="0" tIns="0" bIns="0" anchor="ctr">
            <a:spAutoFit/>
          </a:bodyPr>
          <a:lstStyle/>
          <a:p>
            <a:pPr algn="l">
              <a:spcAft>
                <a:spcPts val="0"/>
              </a:spcAft>
            </a:pPr>
            <a:r>
              <a:rPr sz="1300" b="0" i="0">
                <a:solidFill>
                  <a:srgbClr val="332C2C"/>
                </a:solidFill>
              </a:rPr>
              <a:t>Personal Jira/GitHub accounts; the pilot needs a service account and a neutral CI runner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Roadmap &amp; Pilot</a:t>
            </a:r>
          </a:p>
        </p:txBody>
      </p:sp>
      <p:sp>
        <p:nvSpPr>
          <p:cNvPr id="3" name="Text Placeholder 2"/>
          <p:cNvSpPr>
            <a:spLocks noGrp="1"/>
          </p:cNvSpPr>
          <p:nvPr>
            <p:ph type="body" idx="11" sz="quarter"/>
          </p:nvPr>
        </p:nvSpPr>
        <p:spPr/>
        <p:txBody>
          <a:bodyPr/>
          <a:lstStyle/>
          <a:p>
            <a:r>
              <a:rPr b="1" sz="1200">
                <a:solidFill>
                  <a:srgbClr val="FFFFFF"/>
                </a:solidFill>
              </a:rPr>
              <a:t>GOVERNANCE &amp; SCALE-UP</a:t>
            </a:r>
          </a:p>
        </p:txBody>
      </p:sp>
      <p:sp>
        <p:nvSpPr>
          <p:cNvPr id="4" name="Text Placeholder 3"/>
          <p:cNvSpPr>
            <a:spLocks noGrp="1"/>
          </p:cNvSpPr>
          <p:nvPr>
            <p:ph type="body" idx="13" sz="quarter"/>
          </p:nvPr>
        </p:nvSpPr>
        <p:spPr/>
        <p:txBody>
          <a:bodyPr/>
          <a:lstStyle/>
          <a:p>
            <a:r>
              <a:t>Where we go next, and a pilot that answers the open questions</a:t>
            </a:r>
          </a:p>
        </p:txBody>
      </p:sp>
      <p:sp>
        <p:nvSpPr>
          <p:cNvPr id="5" name="Roadmap 1"/>
          <p:cNvSpPr/>
          <p:nvPr/>
        </p:nvSpPr>
        <p:spPr>
          <a:xfrm>
            <a:off x="512064" y="1600200"/>
            <a:ext cx="2697480" cy="1554480"/>
          </a:xfrm>
          <a:prstGeom prst="roundRect">
            <a:avLst>
              <a:gd name="adj" fmla="val 588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94944" y="1737360"/>
            <a:ext cx="384048" cy="384048"/>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94944" y="1737360"/>
            <a:ext cx="384048" cy="384048"/>
          </a:xfrm>
          <a:prstGeom prst="rect">
            <a:avLst/>
          </a:prstGeom>
          <a:noFill/>
        </p:spPr>
        <p:txBody>
          <a:bodyPr wrap="square" lIns="0" rIns="0" tIns="0" bIns="0" anchor="ctr">
            <a:spAutoFit/>
          </a:bodyPr>
          <a:lstStyle/>
          <a:p>
            <a:pPr algn="ctr">
              <a:spcAft>
                <a:spcPts val="0"/>
              </a:spcAft>
            </a:pPr>
            <a:r>
              <a:rPr sz="1500" b="1" i="0">
                <a:solidFill>
                  <a:srgbClr val="FFFFFF"/>
                </a:solidFill>
              </a:rPr>
              <a:t>1</a:t>
            </a:r>
          </a:p>
        </p:txBody>
      </p:sp>
      <p:sp>
        <p:nvSpPr>
          <p:cNvPr id="8" name="TextBox 7"/>
          <p:cNvSpPr txBox="1"/>
          <p:nvPr/>
        </p:nvSpPr>
        <p:spPr>
          <a:xfrm>
            <a:off x="694944" y="2194560"/>
            <a:ext cx="2331720" cy="274320"/>
          </a:xfrm>
          <a:prstGeom prst="rect">
            <a:avLst/>
          </a:prstGeom>
          <a:noFill/>
        </p:spPr>
        <p:txBody>
          <a:bodyPr wrap="square" lIns="0" rIns="0" tIns="0" bIns="0" anchor="t">
            <a:spAutoFit/>
          </a:bodyPr>
          <a:lstStyle/>
          <a:p>
            <a:pPr algn="l">
              <a:spcAft>
                <a:spcPts val="0"/>
              </a:spcAft>
            </a:pPr>
            <a:r>
              <a:rPr sz="1500" b="1" i="0">
                <a:solidFill>
                  <a:srgbClr val="012E2B"/>
                </a:solidFill>
              </a:rPr>
              <a:t>App 2 + Android</a:t>
            </a:r>
          </a:p>
        </p:txBody>
      </p:sp>
      <p:sp>
        <p:nvSpPr>
          <p:cNvPr id="9" name="TextBox 8"/>
          <p:cNvSpPr txBox="1"/>
          <p:nvPr/>
        </p:nvSpPr>
        <p:spPr>
          <a:xfrm>
            <a:off x="694944" y="2514600"/>
            <a:ext cx="2331720" cy="594360"/>
          </a:xfrm>
          <a:prstGeom prst="rect">
            <a:avLst/>
          </a:prstGeom>
          <a:noFill/>
        </p:spPr>
        <p:txBody>
          <a:bodyPr wrap="square" lIns="0" rIns="0" tIns="0" bIns="0" anchor="t">
            <a:spAutoFit/>
          </a:bodyPr>
          <a:lstStyle/>
          <a:p>
            <a:pPr algn="l">
              <a:spcAft>
                <a:spcPts val="0"/>
              </a:spcAft>
            </a:pPr>
            <a:r>
              <a:rPr sz="1300" b="0" i="0">
                <a:solidFill>
                  <a:srgbClr val="585858"/>
                </a:solidFill>
              </a:rPr>
              <a:t>The multi-app layout already exists</a:t>
            </a:r>
          </a:p>
        </p:txBody>
      </p:sp>
      <p:sp>
        <p:nvSpPr>
          <p:cNvPr id="10" name="Roadmap 2"/>
          <p:cNvSpPr/>
          <p:nvPr/>
        </p:nvSpPr>
        <p:spPr>
          <a:xfrm>
            <a:off x="3328416" y="1600200"/>
            <a:ext cx="2697480" cy="1554480"/>
          </a:xfrm>
          <a:prstGeom prst="roundRect">
            <a:avLst>
              <a:gd name="adj" fmla="val 588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511296" y="1737360"/>
            <a:ext cx="384048" cy="384048"/>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11296" y="1737360"/>
            <a:ext cx="384048" cy="384048"/>
          </a:xfrm>
          <a:prstGeom prst="rect">
            <a:avLst/>
          </a:prstGeom>
          <a:noFill/>
        </p:spPr>
        <p:txBody>
          <a:bodyPr wrap="square" lIns="0" rIns="0" tIns="0" bIns="0" anchor="ctr">
            <a:spAutoFit/>
          </a:bodyPr>
          <a:lstStyle/>
          <a:p>
            <a:pPr algn="ctr">
              <a:spcAft>
                <a:spcPts val="0"/>
              </a:spcAft>
            </a:pPr>
            <a:r>
              <a:rPr sz="1500" b="1" i="0">
                <a:solidFill>
                  <a:srgbClr val="FFFFFF"/>
                </a:solidFill>
              </a:rPr>
              <a:t>2</a:t>
            </a:r>
          </a:p>
        </p:txBody>
      </p:sp>
      <p:sp>
        <p:nvSpPr>
          <p:cNvPr id="13" name="TextBox 12"/>
          <p:cNvSpPr txBox="1"/>
          <p:nvPr/>
        </p:nvSpPr>
        <p:spPr>
          <a:xfrm>
            <a:off x="3511296" y="2194560"/>
            <a:ext cx="2331720" cy="274320"/>
          </a:xfrm>
          <a:prstGeom prst="rect">
            <a:avLst/>
          </a:prstGeom>
          <a:noFill/>
        </p:spPr>
        <p:txBody>
          <a:bodyPr wrap="square" lIns="0" rIns="0" tIns="0" bIns="0" anchor="t">
            <a:spAutoFit/>
          </a:bodyPr>
          <a:lstStyle/>
          <a:p>
            <a:pPr algn="l">
              <a:spcAft>
                <a:spcPts val="0"/>
              </a:spcAft>
            </a:pPr>
            <a:r>
              <a:rPr sz="1500" b="1" i="0">
                <a:solidFill>
                  <a:srgbClr val="012E2B"/>
                </a:solidFill>
              </a:rPr>
              <a:t>Parallel runs</a:t>
            </a:r>
          </a:p>
        </p:txBody>
      </p:sp>
      <p:sp>
        <p:nvSpPr>
          <p:cNvPr id="14" name="TextBox 13"/>
          <p:cNvSpPr txBox="1"/>
          <p:nvPr/>
        </p:nvSpPr>
        <p:spPr>
          <a:xfrm>
            <a:off x="3511296" y="2514600"/>
            <a:ext cx="2331720" cy="594360"/>
          </a:xfrm>
          <a:prstGeom prst="rect">
            <a:avLst/>
          </a:prstGeom>
          <a:noFill/>
        </p:spPr>
        <p:txBody>
          <a:bodyPr wrap="square" lIns="0" rIns="0" tIns="0" bIns="0" anchor="t">
            <a:spAutoFit/>
          </a:bodyPr>
          <a:lstStyle/>
          <a:p>
            <a:pPr algn="l">
              <a:spcAft>
                <a:spcPts val="0"/>
              </a:spcAft>
            </a:pPr>
            <a:r>
              <a:rPr sz="1300" b="0" i="0">
                <a:solidFill>
                  <a:srgbClr val="585858"/>
                </a:solidFill>
              </a:rPr>
              <a:t>Neutral CI runner, CI sharding, daily spend cap, service account</a:t>
            </a:r>
          </a:p>
        </p:txBody>
      </p:sp>
      <p:sp>
        <p:nvSpPr>
          <p:cNvPr id="15" name="Roadmap 3"/>
          <p:cNvSpPr/>
          <p:nvPr/>
        </p:nvSpPr>
        <p:spPr>
          <a:xfrm>
            <a:off x="6144768" y="1600200"/>
            <a:ext cx="2697480" cy="1554480"/>
          </a:xfrm>
          <a:prstGeom prst="roundRect">
            <a:avLst>
              <a:gd name="adj" fmla="val 588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27648" y="1737360"/>
            <a:ext cx="384048" cy="384048"/>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27648" y="1737360"/>
            <a:ext cx="384048" cy="384048"/>
          </a:xfrm>
          <a:prstGeom prst="rect">
            <a:avLst/>
          </a:prstGeom>
          <a:noFill/>
        </p:spPr>
        <p:txBody>
          <a:bodyPr wrap="square" lIns="0" rIns="0" tIns="0" bIns="0" anchor="ctr">
            <a:spAutoFit/>
          </a:bodyPr>
          <a:lstStyle/>
          <a:p>
            <a:pPr algn="ctr">
              <a:spcAft>
                <a:spcPts val="0"/>
              </a:spcAft>
            </a:pPr>
            <a:r>
              <a:rPr sz="1500" b="1" i="0">
                <a:solidFill>
                  <a:srgbClr val="FFFFFF"/>
                </a:solidFill>
              </a:rPr>
              <a:t>3</a:t>
            </a:r>
          </a:p>
        </p:txBody>
      </p:sp>
      <p:sp>
        <p:nvSpPr>
          <p:cNvPr id="18" name="TextBox 17"/>
          <p:cNvSpPr txBox="1"/>
          <p:nvPr/>
        </p:nvSpPr>
        <p:spPr>
          <a:xfrm>
            <a:off x="6327648" y="2194560"/>
            <a:ext cx="2331720" cy="274320"/>
          </a:xfrm>
          <a:prstGeom prst="rect">
            <a:avLst/>
          </a:prstGeom>
          <a:noFill/>
        </p:spPr>
        <p:txBody>
          <a:bodyPr wrap="square" lIns="0" rIns="0" tIns="0" bIns="0" anchor="t">
            <a:spAutoFit/>
          </a:bodyPr>
          <a:lstStyle/>
          <a:p>
            <a:pPr algn="l">
              <a:spcAft>
                <a:spcPts val="0"/>
              </a:spcAft>
            </a:pPr>
            <a:r>
              <a:rPr sz="1500" b="1" i="0">
                <a:solidFill>
                  <a:srgbClr val="012E2B"/>
                </a:solidFill>
              </a:rPr>
              <a:t>More model providers</a:t>
            </a:r>
          </a:p>
        </p:txBody>
      </p:sp>
      <p:sp>
        <p:nvSpPr>
          <p:cNvPr id="19" name="TextBox 18"/>
          <p:cNvSpPr txBox="1"/>
          <p:nvPr/>
        </p:nvSpPr>
        <p:spPr>
          <a:xfrm>
            <a:off x="6327648" y="2514600"/>
            <a:ext cx="2331720" cy="594360"/>
          </a:xfrm>
          <a:prstGeom prst="rect">
            <a:avLst/>
          </a:prstGeom>
          <a:noFill/>
        </p:spPr>
        <p:txBody>
          <a:bodyPr wrap="square" lIns="0" rIns="0" tIns="0" bIns="0" anchor="t">
            <a:spAutoFit/>
          </a:bodyPr>
          <a:lstStyle/>
          <a:p>
            <a:pPr algn="l">
              <a:spcAft>
                <a:spcPts val="0"/>
              </a:spcAft>
            </a:pPr>
            <a:r>
              <a:rPr sz="1300" b="0" i="0">
                <a:solidFill>
                  <a:srgbClr val="585858"/>
                </a:solidFill>
              </a:rPr>
              <a:t>Enterprise authentication</a:t>
            </a:r>
          </a:p>
        </p:txBody>
      </p:sp>
      <p:sp>
        <p:nvSpPr>
          <p:cNvPr id="20" name="Roadmap 4"/>
          <p:cNvSpPr/>
          <p:nvPr/>
        </p:nvSpPr>
        <p:spPr>
          <a:xfrm>
            <a:off x="8961120" y="1600200"/>
            <a:ext cx="2697480" cy="1554480"/>
          </a:xfrm>
          <a:prstGeom prst="roundRect">
            <a:avLst>
              <a:gd name="adj" fmla="val 588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144000" y="1737360"/>
            <a:ext cx="384048" cy="384048"/>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0" y="1737360"/>
            <a:ext cx="384048" cy="384048"/>
          </a:xfrm>
          <a:prstGeom prst="rect">
            <a:avLst/>
          </a:prstGeom>
          <a:noFill/>
        </p:spPr>
        <p:txBody>
          <a:bodyPr wrap="square" lIns="0" rIns="0" tIns="0" bIns="0" anchor="ctr">
            <a:spAutoFit/>
          </a:bodyPr>
          <a:lstStyle/>
          <a:p>
            <a:pPr algn="ctr">
              <a:spcAft>
                <a:spcPts val="0"/>
              </a:spcAft>
            </a:pPr>
            <a:r>
              <a:rPr sz="1500" b="1" i="0">
                <a:solidFill>
                  <a:srgbClr val="FFFFFF"/>
                </a:solidFill>
              </a:rPr>
              <a:t>4</a:t>
            </a:r>
          </a:p>
        </p:txBody>
      </p:sp>
      <p:sp>
        <p:nvSpPr>
          <p:cNvPr id="23" name="TextBox 22"/>
          <p:cNvSpPr txBox="1"/>
          <p:nvPr/>
        </p:nvSpPr>
        <p:spPr>
          <a:xfrm>
            <a:off x="9144000" y="2194560"/>
            <a:ext cx="2331720" cy="274320"/>
          </a:xfrm>
          <a:prstGeom prst="rect">
            <a:avLst/>
          </a:prstGeom>
          <a:noFill/>
        </p:spPr>
        <p:txBody>
          <a:bodyPr wrap="square" lIns="0" rIns="0" tIns="0" bIns="0" anchor="t">
            <a:spAutoFit/>
          </a:bodyPr>
          <a:lstStyle/>
          <a:p>
            <a:pPr algn="l">
              <a:spcAft>
                <a:spcPts val="0"/>
              </a:spcAft>
            </a:pPr>
            <a:r>
              <a:rPr sz="1500" b="1" i="0">
                <a:solidFill>
                  <a:srgbClr val="012E2B"/>
                </a:solidFill>
              </a:rPr>
              <a:t>Closed loop</a:t>
            </a:r>
          </a:p>
        </p:txBody>
      </p:sp>
      <p:sp>
        <p:nvSpPr>
          <p:cNvPr id="24" name="TextBox 23"/>
          <p:cNvSpPr txBox="1"/>
          <p:nvPr/>
        </p:nvSpPr>
        <p:spPr>
          <a:xfrm>
            <a:off x="9144000" y="2514600"/>
            <a:ext cx="2331720" cy="594360"/>
          </a:xfrm>
          <a:prstGeom prst="rect">
            <a:avLst/>
          </a:prstGeom>
          <a:noFill/>
        </p:spPr>
        <p:txBody>
          <a:bodyPr wrap="square" lIns="0" rIns="0" tIns="0" bIns="0" anchor="t">
            <a:spAutoFit/>
          </a:bodyPr>
          <a:lstStyle/>
          <a:p>
            <a:pPr algn="l">
              <a:spcAft>
                <a:spcPts val="0"/>
              </a:spcAft>
            </a:pPr>
            <a:r>
              <a:rPr sz="1300" b="0" i="0">
                <a:solidFill>
                  <a:srgbClr val="585858"/>
                </a:solidFill>
              </a:rPr>
              <a:t>CI failure → ticket → fix PR → report</a:t>
            </a:r>
          </a:p>
        </p:txBody>
      </p:sp>
      <p:sp>
        <p:nvSpPr>
          <p:cNvPr id="25" name="TextBox 24"/>
          <p:cNvSpPr txBox="1"/>
          <p:nvPr/>
        </p:nvSpPr>
        <p:spPr>
          <a:xfrm>
            <a:off x="512064" y="3337560"/>
            <a:ext cx="10515600" cy="320040"/>
          </a:xfrm>
          <a:prstGeom prst="rect">
            <a:avLst/>
          </a:prstGeom>
          <a:noFill/>
        </p:spPr>
        <p:txBody>
          <a:bodyPr wrap="square" lIns="0" rIns="0" tIns="0" bIns="0" anchor="t">
            <a:spAutoFit/>
          </a:bodyPr>
          <a:lstStyle/>
          <a:p>
            <a:pPr algn="l">
              <a:spcAft>
                <a:spcPts val="0"/>
              </a:spcAft>
            </a:pPr>
            <a:r>
              <a:rPr sz="1800" b="1" i="0">
                <a:solidFill>
                  <a:srgbClr val="012E2B"/>
                </a:solidFill>
              </a:rPr>
              <a:t>Proposed pilot: 1 app · 10–15 real tickets · 4–6 weeks</a:t>
            </a:r>
          </a:p>
        </p:txBody>
      </p:sp>
      <p:sp>
        <p:nvSpPr>
          <p:cNvPr id="26" name="Rounded Rectangle 25"/>
          <p:cNvSpPr/>
          <p:nvPr/>
        </p:nvSpPr>
        <p:spPr>
          <a:xfrm>
            <a:off x="539496" y="3749039"/>
            <a:ext cx="3132473" cy="822960"/>
          </a:xfrm>
          <a:prstGeom prst="roundRect">
            <a:avLst>
              <a:gd name="adj" fmla="val 11111"/>
            </a:avLst>
          </a:prstGeom>
          <a:solidFill>
            <a:srgbClr val="02B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4944" y="3749039"/>
            <a:ext cx="2821577" cy="822960"/>
          </a:xfrm>
          <a:prstGeom prst="rect">
            <a:avLst/>
          </a:prstGeom>
          <a:noFill/>
        </p:spPr>
        <p:txBody>
          <a:bodyPr wrap="square" lIns="0" rIns="0" tIns="0" bIns="0" anchor="ctr">
            <a:spAutoFit/>
          </a:bodyPr>
          <a:lstStyle/>
          <a:p>
            <a:pPr algn="l">
              <a:spcAft>
                <a:spcPts val="0"/>
              </a:spcAft>
            </a:pPr>
            <a:r>
              <a:rPr sz="1400" b="1" i="0">
                <a:solidFill>
                  <a:srgbClr val="012E2B"/>
                </a:solidFill>
              </a:rPr>
              <a:t>Weeks 0–1 · Setup</a:t>
            </a:r>
          </a:p>
          <a:p>
            <a:pPr algn="l">
              <a:spcAft>
                <a:spcPts val="0"/>
              </a:spcAft>
            </a:pPr>
            <a:r>
              <a:rPr sz="1200" b="0" i="0">
                <a:solidFill>
                  <a:srgbClr val="012E2B"/>
                </a:solidFill>
              </a:rPr>
              <a:t>build, Jira + service account, repo, test accounts</a:t>
            </a:r>
          </a:p>
        </p:txBody>
      </p:sp>
      <p:sp>
        <p:nvSpPr>
          <p:cNvPr id="28" name="Rounded Rectangle 27"/>
          <p:cNvSpPr/>
          <p:nvPr/>
        </p:nvSpPr>
        <p:spPr>
          <a:xfrm>
            <a:off x="3726833" y="3749039"/>
            <a:ext cx="6319810" cy="822960"/>
          </a:xfrm>
          <a:prstGeom prst="roundRect">
            <a:avLst>
              <a:gd name="adj" fmla="val 11111"/>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882281" y="3749039"/>
            <a:ext cx="6008914" cy="822960"/>
          </a:xfrm>
          <a:prstGeom prst="rect">
            <a:avLst/>
          </a:prstGeom>
          <a:noFill/>
        </p:spPr>
        <p:txBody>
          <a:bodyPr wrap="square" lIns="0" rIns="0" tIns="0" bIns="0" anchor="ctr">
            <a:spAutoFit/>
          </a:bodyPr>
          <a:lstStyle/>
          <a:p>
            <a:pPr algn="l">
              <a:spcAft>
                <a:spcPts val="0"/>
              </a:spcAft>
            </a:pPr>
            <a:r>
              <a:rPr sz="1400" b="1" i="0">
                <a:solidFill>
                  <a:srgbClr val="FFFFFF"/>
                </a:solidFill>
              </a:rPr>
              <a:t>Weeks 1–5 · Run both arms</a:t>
            </a:r>
          </a:p>
          <a:p>
            <a:pPr algn="l">
              <a:spcAft>
                <a:spcPts val="0"/>
              </a:spcAft>
            </a:pPr>
            <a:r>
              <a:rPr sz="1200" b="0" i="0">
                <a:solidFill>
                  <a:srgbClr val="FFFFFF"/>
                </a:solidFill>
              </a:rPr>
              <a:t>weekly review of gates, reds and cost</a:t>
            </a:r>
          </a:p>
        </p:txBody>
      </p:sp>
      <p:sp>
        <p:nvSpPr>
          <p:cNvPr id="30" name="Rounded Rectangle 29"/>
          <p:cNvSpPr/>
          <p:nvPr/>
        </p:nvSpPr>
        <p:spPr>
          <a:xfrm>
            <a:off x="10101507" y="3749039"/>
            <a:ext cx="1538804" cy="822960"/>
          </a:xfrm>
          <a:prstGeom prst="roundRect">
            <a:avLst>
              <a:gd name="adj" fmla="val 11111"/>
            </a:avLst>
          </a:prstGeom>
          <a:solidFill>
            <a:srgbClr val="FFFFFF"/>
          </a:solidFill>
          <a:ln w="31750">
            <a:solidFill>
              <a:srgbClr val="02BA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56955" y="3749039"/>
            <a:ext cx="1227908" cy="822960"/>
          </a:xfrm>
          <a:prstGeom prst="rect">
            <a:avLst/>
          </a:prstGeom>
          <a:noFill/>
        </p:spPr>
        <p:txBody>
          <a:bodyPr wrap="square" lIns="0" rIns="0" tIns="0" bIns="0" anchor="ctr">
            <a:spAutoFit/>
          </a:bodyPr>
          <a:lstStyle/>
          <a:p>
            <a:pPr algn="l">
              <a:spcAft>
                <a:spcPts val="0"/>
              </a:spcAft>
            </a:pPr>
            <a:r>
              <a:rPr sz="1400" b="1" i="0">
                <a:solidFill>
                  <a:srgbClr val="012E2B"/>
                </a:solidFill>
              </a:rPr>
              <a:t>Week 6</a:t>
            </a:r>
          </a:p>
          <a:p>
            <a:pPr algn="l">
              <a:spcAft>
                <a:spcPts val="0"/>
              </a:spcAft>
            </a:pPr>
            <a:r>
              <a:rPr sz="1200" b="0" i="0">
                <a:solidFill>
                  <a:srgbClr val="012E2B"/>
                </a:solidFill>
              </a:rPr>
              <a:t>Report</a:t>
            </a:r>
          </a:p>
        </p:txBody>
      </p:sp>
      <p:sp>
        <p:nvSpPr>
          <p:cNvPr id="32" name="Cost chip"/>
          <p:cNvSpPr/>
          <p:nvPr/>
        </p:nvSpPr>
        <p:spPr>
          <a:xfrm>
            <a:off x="512064" y="4800600"/>
            <a:ext cx="5029200" cy="640080"/>
          </a:xfrm>
          <a:prstGeom prst="roundRect">
            <a:avLst>
              <a:gd name="adj" fmla="val 1428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Icon circle FaDollarSign"/>
          <p:cNvSpPr/>
          <p:nvPr/>
        </p:nvSpPr>
        <p:spPr>
          <a:xfrm>
            <a:off x="658368" y="4910328"/>
            <a:ext cx="420624" cy="420624"/>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FaDollarSign_FFFFFF.png"/>
          <p:cNvPicPr>
            <a:picLocks noChangeAspect="1"/>
          </p:cNvPicPr>
          <p:nvPr/>
        </p:nvPicPr>
        <p:blipFill>
          <a:blip r:embed="rId3"/>
          <a:stretch>
            <a:fillRect/>
          </a:stretch>
        </p:blipFill>
        <p:spPr>
          <a:xfrm>
            <a:off x="759317" y="5011277"/>
            <a:ext cx="218724" cy="218724"/>
          </a:xfrm>
          <a:prstGeom prst="rect">
            <a:avLst/>
          </a:prstGeom>
        </p:spPr>
      </p:pic>
      <p:sp>
        <p:nvSpPr>
          <p:cNvPr id="35" name="TextBox 34"/>
          <p:cNvSpPr txBox="1"/>
          <p:nvPr/>
        </p:nvSpPr>
        <p:spPr>
          <a:xfrm>
            <a:off x="1234440" y="4800600"/>
            <a:ext cx="4206240" cy="640080"/>
          </a:xfrm>
          <a:prstGeom prst="rect">
            <a:avLst/>
          </a:prstGeom>
          <a:noFill/>
        </p:spPr>
        <p:txBody>
          <a:bodyPr wrap="square" lIns="0" rIns="0" tIns="0" bIns="0" anchor="ctr">
            <a:spAutoFit/>
          </a:bodyPr>
          <a:lstStyle/>
          <a:p>
            <a:pPr algn="l">
              <a:spcAft>
                <a:spcPts val="0"/>
              </a:spcAft>
            </a:pPr>
            <a:r>
              <a:rPr sz="1300" b="1" i="0">
                <a:solidFill>
                  <a:srgbClr val="332C2C"/>
                </a:solidFill>
              </a:rPr>
              <a:t>AI cost ~$10–70 </a:t>
            </a:r>
            <a:r>
              <a:rPr sz="1300" b="0" i="0">
                <a:solidFill>
                  <a:srgbClr val="332C2C"/>
                </a:solidFill>
              </a:rPr>
              <a:t>for the whole trial (excluding CI and people time)</a:t>
            </a:r>
          </a:p>
        </p:txBody>
      </p:sp>
      <p:sp>
        <p:nvSpPr>
          <p:cNvPr id="36" name="Criteria chip"/>
          <p:cNvSpPr/>
          <p:nvPr/>
        </p:nvSpPr>
        <p:spPr>
          <a:xfrm>
            <a:off x="5715000" y="4800600"/>
            <a:ext cx="5029200" cy="640080"/>
          </a:xfrm>
          <a:prstGeom prst="roundRect">
            <a:avLst>
              <a:gd name="adj" fmla="val 1428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con circle FaFlag"/>
          <p:cNvSpPr/>
          <p:nvPr/>
        </p:nvSpPr>
        <p:spPr>
          <a:xfrm>
            <a:off x="5861304" y="4910328"/>
            <a:ext cx="420624" cy="420624"/>
          </a:xfrm>
          <a:prstGeom prst="ellipse">
            <a:avLst/>
          </a:prstGeom>
          <a:solidFill>
            <a:srgbClr val="01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aFlag_FFFFFF.png"/>
          <p:cNvPicPr>
            <a:picLocks noChangeAspect="1"/>
          </p:cNvPicPr>
          <p:nvPr/>
        </p:nvPicPr>
        <p:blipFill>
          <a:blip r:embed="rId4"/>
          <a:stretch>
            <a:fillRect/>
          </a:stretch>
        </p:blipFill>
        <p:spPr>
          <a:xfrm>
            <a:off x="5962253" y="5011277"/>
            <a:ext cx="218724" cy="218724"/>
          </a:xfrm>
          <a:prstGeom prst="rect">
            <a:avLst/>
          </a:prstGeom>
        </p:spPr>
      </p:pic>
      <p:sp>
        <p:nvSpPr>
          <p:cNvPr id="39" name="TextBox 38"/>
          <p:cNvSpPr txBox="1"/>
          <p:nvPr/>
        </p:nvSpPr>
        <p:spPr>
          <a:xfrm>
            <a:off x="6437376" y="4800600"/>
            <a:ext cx="4206240" cy="640080"/>
          </a:xfrm>
          <a:prstGeom prst="rect">
            <a:avLst/>
          </a:prstGeom>
          <a:noFill/>
        </p:spPr>
        <p:txBody>
          <a:bodyPr wrap="square" lIns="0" rIns="0" tIns="0" bIns="0" anchor="ctr">
            <a:spAutoFit/>
          </a:bodyPr>
          <a:lstStyle/>
          <a:p>
            <a:pPr algn="l">
              <a:spcAft>
                <a:spcPts val="0"/>
              </a:spcAft>
            </a:pPr>
            <a:r>
              <a:rPr sz="1300" b="1" i="0">
                <a:solidFill>
                  <a:srgbClr val="332C2C"/>
                </a:solidFill>
              </a:rPr>
              <a:t>Continue / stop / widen criteria </a:t>
            </a:r>
            <a:r>
              <a:rPr sz="1300" b="0" i="0">
                <a:solidFill>
                  <a:srgbClr val="332C2C"/>
                </a:solidFill>
              </a:rPr>
              <a:t>agreed in advance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4526280"/>
            <a:ext cx="9445752" cy="731520"/>
          </a:xfrm>
          <a:prstGeom prst="rect">
            <a:avLst/>
          </a:prstGeom>
          <a:noFill/>
        </p:spPr>
        <p:txBody>
          <a:bodyPr wrap="square" lIns="0" rIns="0" tIns="0" bIns="0" anchor="t">
            <a:spAutoFit/>
          </a:bodyPr>
          <a:lstStyle/>
          <a:p>
            <a:pPr algn="ctr">
              <a:spcAft>
                <a:spcPts val="0"/>
              </a:spcAft>
            </a:pPr>
            <a:r>
              <a:rPr sz="3400" b="1" i="0">
                <a:solidFill>
                  <a:srgbClr val="FFFFFF"/>
                </a:solidFill>
              </a:rPr>
              <a:t>Thank you · Q&amp;A</a:t>
            </a:r>
          </a:p>
        </p:txBody>
      </p:sp>
      <p:sp>
        <p:nvSpPr>
          <p:cNvPr id="3" name="TextBox 2"/>
          <p:cNvSpPr txBox="1"/>
          <p:nvPr/>
        </p:nvSpPr>
        <p:spPr>
          <a:xfrm>
            <a:off x="1371600" y="5257800"/>
            <a:ext cx="9445752" cy="457200"/>
          </a:xfrm>
          <a:prstGeom prst="rect">
            <a:avLst/>
          </a:prstGeom>
          <a:noFill/>
        </p:spPr>
        <p:txBody>
          <a:bodyPr wrap="square" lIns="0" rIns="0" tIns="0" bIns="0" anchor="t">
            <a:spAutoFit/>
          </a:bodyPr>
          <a:lstStyle/>
          <a:p>
            <a:pPr algn="ctr">
              <a:spcAft>
                <a:spcPts val="0"/>
              </a:spcAft>
            </a:pPr>
            <a:r>
              <a:rPr sz="1800" b="0" i="0">
                <a:solidFill>
                  <a:srgbClr val="02BA71"/>
                </a:solidFill>
              </a:rPr>
              <a:t>AI proposes  ·  Humans approve  ·  The test runner decides</a:t>
            </a:r>
          </a:p>
        </p:txBody>
      </p:sp>
    </p:spTree>
  </p:cSld>
  <p:clrMapOvr>
    <a:masterClrMapping/>
  </p:clrMapOvr>
</p:sld>
</file>

<file path=ppt/theme/theme1.xml><?xml version="1.0" encoding="utf-8"?>
<a:theme xmlns:a="http://schemas.openxmlformats.org/drawingml/2006/main" name="Thème_Astek_1">
  <a:themeElements>
    <a:clrScheme name="Personnalisé 4">
      <a:dk1>
        <a:srgbClr val="332C2C"/>
      </a:dk1>
      <a:lt1>
        <a:srgbClr val="FFFFFF"/>
      </a:lt1>
      <a:dk2>
        <a:srgbClr val="00696E"/>
      </a:dk2>
      <a:lt2>
        <a:srgbClr val="FAFAFA"/>
      </a:lt2>
      <a:accent1>
        <a:srgbClr val="02BA71"/>
      </a:accent1>
      <a:accent2>
        <a:srgbClr val="00954D"/>
      </a:accent2>
      <a:accent3>
        <a:srgbClr val="00BDC0"/>
      </a:accent3>
      <a:accent4>
        <a:srgbClr val="00696E"/>
      </a:accent4>
      <a:accent5>
        <a:srgbClr val="585858"/>
      </a:accent5>
      <a:accent6>
        <a:srgbClr val="332C2C"/>
      </a:accent6>
      <a:hlink>
        <a:srgbClr val="00BDC0"/>
      </a:hlink>
      <a:folHlink>
        <a:srgbClr val="02BA71"/>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81F1F"/>
        </a:solidFill>
        <a:ln w="9245" cap="flat">
          <a:noFill/>
          <a:prstDash val="solid"/>
          <a:miter/>
        </a:ln>
      </a:spPr>
      <a:bodyPr rtlCol="0" anchor="ctr"/>
      <a:lstStyle>
        <a:defPPr algn="l">
          <a:defRPr/>
        </a:defPPr>
      </a:lstStyle>
    </a:spDef>
    <a:lnDef>
      <a:spPr>
        <a:ln w="38100">
          <a:solidFill>
            <a:srgbClr val="00964E"/>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Thème_Astek_1</vt:lpstr>
      <vt:lpstr>ASTEK APAC</vt:lpstr>
      <vt:lpstr>Intro</vt:lpstr>
      <vt:lpstr>PowerPoint Presentation</vt:lpstr>
      <vt:lpstr>QA Process</vt:lpstr>
      <vt:lpstr>QA Process</vt:lpstr>
      <vt:lpstr>Architecture &amp; Technical Guardrails</vt:lpstr>
      <vt:lpstr>Specialized agents — not one agent running loose</vt:lpstr>
      <vt:lpstr>An agent is a model, plus permissions, plus instructions </vt:lpstr>
      <vt:lpstr>Guardrails</vt:lpstr>
      <vt:lpstr>live demo</vt:lpstr>
      <vt:lpstr>Same principles, different tools</vt:lpstr>
      <vt:lpstr>Demo</vt:lpstr>
      <vt:lpstr>Effectiveness Evaluation</vt:lpstr>
      <vt:lpstr>Measure Effectiveness </vt:lpstr>
      <vt:lpstr>Context Management </vt:lpstr>
      <vt:lpstr>Context Management </vt:lpstr>
      <vt:lpstr>Token &amp; Cost Optimization </vt:lpstr>
      <vt:lpstr>Cost by design — not by luck</vt:lpstr>
      <vt:lpstr>Governance</vt:lpstr>
      <vt:lpstr>Governance</vt:lpstr>
      <vt:lpstr>Scale up</vt:lpstr>
      <vt:lpstr>Scaling Roadmap</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Proposes, the Runner Decides</dc:title>
  <dc:creator>Jeremie Dam</dc:creator>
  <cp:revision>2</cp:revision>
  <dcterms:created xsi:type="dcterms:W3CDTF">2022-11-11T02:40:50Z</dcterms:created>
  <dcterms:modified xsi:type="dcterms:W3CDTF">2026-10-08T09:03:21Z</dcterms:modified>
</cp:coreProperties>
</file>